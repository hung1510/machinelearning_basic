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2" r:id="rId1"/>
  </p:sldMasterIdLst>
  <p:notesMasterIdLst>
    <p:notesMasterId r:id="rId33"/>
  </p:notesMasterIdLst>
  <p:sldIdLst>
    <p:sldId id="257" r:id="rId2"/>
    <p:sldId id="326" r:id="rId3"/>
    <p:sldId id="469" r:id="rId4"/>
    <p:sldId id="335" r:id="rId5"/>
    <p:sldId id="379" r:id="rId6"/>
    <p:sldId id="337" r:id="rId7"/>
    <p:sldId id="338" r:id="rId8"/>
    <p:sldId id="339" r:id="rId9"/>
    <p:sldId id="340" r:id="rId10"/>
    <p:sldId id="327" r:id="rId11"/>
    <p:sldId id="328" r:id="rId12"/>
    <p:sldId id="393" r:id="rId13"/>
    <p:sldId id="394" r:id="rId14"/>
    <p:sldId id="395" r:id="rId15"/>
    <p:sldId id="330" r:id="rId16"/>
    <p:sldId id="342" r:id="rId17"/>
    <p:sldId id="343" r:id="rId18"/>
    <p:sldId id="344" r:id="rId19"/>
    <p:sldId id="345" r:id="rId20"/>
    <p:sldId id="397" r:id="rId21"/>
    <p:sldId id="398" r:id="rId22"/>
    <p:sldId id="399" r:id="rId23"/>
    <p:sldId id="400" r:id="rId24"/>
    <p:sldId id="401" r:id="rId25"/>
    <p:sldId id="402" r:id="rId26"/>
    <p:sldId id="403" r:id="rId27"/>
    <p:sldId id="404" r:id="rId28"/>
    <p:sldId id="405" r:id="rId29"/>
    <p:sldId id="406" r:id="rId30"/>
    <p:sldId id="407" r:id="rId31"/>
    <p:sldId id="41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4E146-14FC-4E09-9546-4F0F5132D77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54836-EBA3-40B9-B00E-F6B8AC212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0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A6893-4CBE-412C-B561-5790D47B1C8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914A-F094-43BB-BE7A-015BC228E09B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2FF5-19E4-413E-8A73-14EEF92E44C7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A080-DA7A-4289-85A0-B9CB2D1A11CC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0E38-B752-4B49-9B3D-85AF72208E1F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CA42-D212-4D9E-A3A7-D5C7AF86BFC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24F5-7B06-4A93-AE94-91DB33B8565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E4765451-8AE7-4958-968E-27D7C248314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83CA-A696-4D68-9465-413F61B2F97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2326-EDFE-4CED-A193-22C7E1BADFA1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A941-1F76-42E4-B0A0-70393C2C90F8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A242845-2C23-4C44-871C-4B662F12C8C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409587" y="749362"/>
            <a:ext cx="11298933" cy="78470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CSW-322: Machine 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</a:t>
            </a:r>
            <a:r>
              <a:rPr lang="en-US" sz="4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Applications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215" y="2897285"/>
            <a:ext cx="1522269" cy="17318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522" y="2852040"/>
            <a:ext cx="5546523" cy="177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863017" y="765852"/>
            <a:ext cx="3876401" cy="514217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4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8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AND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8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4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836" y="797896"/>
            <a:ext cx="3676022" cy="15904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927" y="797896"/>
            <a:ext cx="1146638" cy="159049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20" y="797896"/>
            <a:ext cx="1070036" cy="16329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620" y="2555543"/>
            <a:ext cx="3610035" cy="159049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3107" y="2533156"/>
            <a:ext cx="2408751" cy="161454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5729" y="5585447"/>
            <a:ext cx="1276771" cy="4174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620" y="4246568"/>
            <a:ext cx="3164616" cy="17800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985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378884" y="1101235"/>
            <a:ext cx="28271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Recommended Text Book –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8" name="AutoShape 2" descr="Amazon logo PNG transparent image download, size: 2048x1536px"/>
          <p:cNvSpPr>
            <a:spLocks noChangeAspect="1" noChangeArrowheads="1"/>
          </p:cNvSpPr>
          <p:nvPr/>
        </p:nvSpPr>
        <p:spPr bwMode="auto">
          <a:xfrm>
            <a:off x="517238" y="252710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78884" y="587860"/>
            <a:ext cx="4082080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APPLICATIONS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70992" y="976556"/>
            <a:ext cx="38748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843" y="976556"/>
            <a:ext cx="4446318" cy="45642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810" y="1709938"/>
            <a:ext cx="5537777" cy="32510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234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187" y="3114675"/>
            <a:ext cx="6143625" cy="628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278" y="2697450"/>
            <a:ext cx="990600" cy="164782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3168073" y="3743325"/>
            <a:ext cx="57819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561" y="620284"/>
            <a:ext cx="101631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5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691" y="780470"/>
            <a:ext cx="9610725" cy="333375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1253691" y="1113845"/>
            <a:ext cx="96107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71" y="1429110"/>
            <a:ext cx="4019550" cy="3829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178" y="1429110"/>
            <a:ext cx="6557386" cy="445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116" y="688476"/>
            <a:ext cx="5095875" cy="4286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511116" y="1117101"/>
            <a:ext cx="50121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81" y="1427702"/>
            <a:ext cx="6139670" cy="4245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06" y="1940110"/>
            <a:ext cx="11379200" cy="4426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0" y="2382724"/>
            <a:ext cx="6723784" cy="7857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407" y="3364272"/>
            <a:ext cx="10969611" cy="45672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281" y="3885494"/>
            <a:ext cx="8545701" cy="35713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3908" y="4452167"/>
            <a:ext cx="10148698" cy="116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9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913966"/>
            <a:ext cx="5295900" cy="4857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399741"/>
            <a:ext cx="51968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56" y="1636428"/>
            <a:ext cx="8554172" cy="17350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728" y="3692389"/>
            <a:ext cx="2762250" cy="46672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8783784" y="4177586"/>
            <a:ext cx="27622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8727" y="4479995"/>
            <a:ext cx="10410764" cy="1317917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1154545" y="4350327"/>
            <a:ext cx="0" cy="1625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38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972151"/>
            <a:ext cx="11412958" cy="24884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4" y="3548446"/>
            <a:ext cx="10016128" cy="139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02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09465"/>
            <a:ext cx="3390900" cy="4667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076186"/>
            <a:ext cx="33126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98" y="1136588"/>
            <a:ext cx="9666720" cy="20428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037" y="3373737"/>
            <a:ext cx="10393325" cy="274075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6667" y="2748170"/>
            <a:ext cx="1628775" cy="51435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9770487" y="3308703"/>
            <a:ext cx="16287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82255" y="3445164"/>
            <a:ext cx="0" cy="2392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00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40" y="671358"/>
            <a:ext cx="11183679" cy="5644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558" y="1896333"/>
            <a:ext cx="8486775" cy="30956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11007" y="3187097"/>
            <a:ext cx="3180340" cy="42938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2207493" y="1896333"/>
            <a:ext cx="0" cy="3095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56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31" y="1357161"/>
            <a:ext cx="11335360" cy="44179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31" y="831200"/>
            <a:ext cx="140970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5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40" y="671358"/>
            <a:ext cx="11183679" cy="5644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2274314"/>
            <a:ext cx="11795810" cy="2785403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 flipH="1">
            <a:off x="1431638" y="2064194"/>
            <a:ext cx="8183420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638" y="1557089"/>
            <a:ext cx="8088170" cy="4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1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57" y="1258546"/>
            <a:ext cx="10953490" cy="40113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31" y="831200"/>
            <a:ext cx="140970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4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3362144" y="1271726"/>
            <a:ext cx="0" cy="1619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74" y="1271726"/>
            <a:ext cx="2943364" cy="14437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308" y="1067696"/>
            <a:ext cx="8081502" cy="185182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38" y="3242640"/>
            <a:ext cx="10831067" cy="164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5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29817"/>
            <a:ext cx="2619375" cy="4476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77492"/>
            <a:ext cx="26193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78" y="1471286"/>
            <a:ext cx="10821831" cy="285767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679" y="4416776"/>
            <a:ext cx="9676564" cy="118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54" y="697328"/>
            <a:ext cx="9656329" cy="15140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785" y="1132010"/>
            <a:ext cx="3990975" cy="12096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254" y="2210726"/>
            <a:ext cx="4076700" cy="15049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047" y="2433575"/>
            <a:ext cx="5181023" cy="402109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6373091" y="1302738"/>
            <a:ext cx="0" cy="1022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2260251"/>
            <a:ext cx="0" cy="13509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1880" y="3782856"/>
            <a:ext cx="3390900" cy="4286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5276" y="3238196"/>
            <a:ext cx="6731209" cy="1119277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5116945" y="3331397"/>
            <a:ext cx="0" cy="932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1283" y="5214356"/>
            <a:ext cx="5335073" cy="41102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6001" y="4421269"/>
            <a:ext cx="3100759" cy="1605469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7204364" y="4525818"/>
            <a:ext cx="0" cy="1413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72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41639"/>
            <a:ext cx="3933825" cy="4762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17889"/>
            <a:ext cx="39338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82" y="1242568"/>
            <a:ext cx="10917382" cy="152181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938" y="2475437"/>
            <a:ext cx="5403273" cy="3471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73" y="5292795"/>
            <a:ext cx="6616572" cy="6540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18" y="3314939"/>
            <a:ext cx="6616604" cy="136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12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827376"/>
            <a:ext cx="8069394" cy="11445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581275"/>
            <a:ext cx="9463520" cy="14155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55" y="4241016"/>
            <a:ext cx="6038700" cy="86717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23" y="4428911"/>
            <a:ext cx="5021695" cy="469771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6871855" y="4241016"/>
            <a:ext cx="0" cy="1042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51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80185"/>
            <a:ext cx="4371975" cy="4762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330036"/>
            <a:ext cx="4371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505597"/>
            <a:ext cx="10689896" cy="29397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1050" y="4694480"/>
            <a:ext cx="6957072" cy="96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8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081" y="966354"/>
            <a:ext cx="3448484" cy="7305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4" y="966354"/>
            <a:ext cx="7191940" cy="796551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7915564" y="966354"/>
            <a:ext cx="0" cy="796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29" y="1810036"/>
            <a:ext cx="5187649" cy="6959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5371" y="1946048"/>
            <a:ext cx="5151004" cy="559892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5920509" y="1855362"/>
            <a:ext cx="0" cy="878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353" y="2983122"/>
            <a:ext cx="6656231" cy="81234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9857" y="2916652"/>
            <a:ext cx="4697947" cy="878812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7232073" y="2983122"/>
            <a:ext cx="0" cy="877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9153" y="4155805"/>
            <a:ext cx="6801138" cy="42208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4329" y="4602134"/>
            <a:ext cx="5795962" cy="54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8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84658"/>
            <a:ext cx="2924175" cy="48577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270433"/>
            <a:ext cx="29241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1669094"/>
            <a:ext cx="7079384" cy="14602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457" y="1458047"/>
            <a:ext cx="4830102" cy="187628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7084291" y="1551709"/>
            <a:ext cx="0" cy="1577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6211" y="3613504"/>
            <a:ext cx="6333692" cy="229568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713" y="3532331"/>
            <a:ext cx="4205577" cy="684802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4978400" y="3613504"/>
            <a:ext cx="0" cy="2223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713" y="4410991"/>
            <a:ext cx="4205577" cy="7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917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88398"/>
            <a:ext cx="3971925" cy="43815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126548"/>
            <a:ext cx="38483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279" y="1303490"/>
            <a:ext cx="4019550" cy="46672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4049279" y="1770215"/>
            <a:ext cx="4019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2459" y="3787154"/>
            <a:ext cx="6793189" cy="61321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7598" y="4393336"/>
            <a:ext cx="9471602" cy="164954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153" y="1888780"/>
            <a:ext cx="10507794" cy="187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4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406" y="822180"/>
            <a:ext cx="3962400" cy="4476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73406" y="1269855"/>
            <a:ext cx="38529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380" y="1417593"/>
            <a:ext cx="9188451" cy="9510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90" y="2940931"/>
            <a:ext cx="4798429" cy="411746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5938982" y="2429338"/>
            <a:ext cx="0" cy="1434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246" y="2368678"/>
            <a:ext cx="4985309" cy="14955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6518" y="4266573"/>
            <a:ext cx="8624928" cy="100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02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379" y="769648"/>
            <a:ext cx="5162550" cy="51339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2108489"/>
            <a:ext cx="4214091" cy="151643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867564" y="769648"/>
            <a:ext cx="0" cy="5040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30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931" y="660400"/>
            <a:ext cx="4705350" cy="4572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731491" y="1117600"/>
            <a:ext cx="47757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87" y="1212576"/>
            <a:ext cx="11088531" cy="13303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003" y="2526311"/>
            <a:ext cx="4792507" cy="266452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6068291" y="2526311"/>
            <a:ext cx="0" cy="2536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0011" y="3233567"/>
            <a:ext cx="4550341" cy="4925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5210269"/>
            <a:ext cx="11000508" cy="68703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1547" y="5731738"/>
            <a:ext cx="830988" cy="42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581" y="670214"/>
            <a:ext cx="4972050" cy="4191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631637" y="1163782"/>
            <a:ext cx="49720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273903"/>
            <a:ext cx="11089685" cy="43699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165" y="1673950"/>
            <a:ext cx="6071466" cy="95337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4669" y="2611329"/>
            <a:ext cx="7580457" cy="4586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33" y="3139154"/>
            <a:ext cx="10205009" cy="77720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6436" y="3904502"/>
            <a:ext cx="4342010" cy="2196151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6650182" y="3916357"/>
            <a:ext cx="0" cy="2078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4669" y="4599259"/>
            <a:ext cx="4549186" cy="59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6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204" y="748578"/>
            <a:ext cx="3695700" cy="4286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211204" y="1173019"/>
            <a:ext cx="35842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53" y="1376528"/>
            <a:ext cx="10024341" cy="11516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0558" y="2518935"/>
            <a:ext cx="7335261" cy="18945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9739" y="4691346"/>
            <a:ext cx="2990850" cy="1219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9576" y="5176562"/>
            <a:ext cx="4859915" cy="473765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6918036" y="4691346"/>
            <a:ext cx="0" cy="121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6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21" y="1057046"/>
            <a:ext cx="6536170" cy="17349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824" y="1024718"/>
            <a:ext cx="3090459" cy="219415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14982" y="1057046"/>
            <a:ext cx="0" cy="2129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039" y="3562350"/>
            <a:ext cx="3219450" cy="15621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3894" y="4109070"/>
            <a:ext cx="4724688" cy="41417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6788727" y="3562350"/>
            <a:ext cx="0" cy="1397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27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781" y="762866"/>
            <a:ext cx="4057650" cy="4000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25781" y="1246911"/>
            <a:ext cx="4057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793" y="1513248"/>
            <a:ext cx="9676522" cy="7381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236" y="3080635"/>
            <a:ext cx="9633527" cy="69208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3204" y="2442073"/>
            <a:ext cx="6673851" cy="4648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655" y="4097337"/>
            <a:ext cx="9670618" cy="104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4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21" y="819150"/>
            <a:ext cx="7955107" cy="17406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28" y="2684486"/>
            <a:ext cx="8772525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58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28511"/>
            <a:ext cx="3276600" cy="4286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89528" y="1057131"/>
            <a:ext cx="32058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1198159"/>
            <a:ext cx="9985210" cy="42389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5673" y="5455507"/>
            <a:ext cx="9967912" cy="71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7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UR.pptx" id="{C8B94E25-33BD-45D5-BF09-DFDE6F66F827}" vid="{3906A810-667D-48F7-952C-A904CEA9ED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514</Words>
  <Application>Microsoft Office PowerPoint</Application>
  <PresentationFormat>Widescreen</PresentationFormat>
  <Paragraphs>68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</vt:lpstr>
      <vt:lpstr>Franklin Gothic Book</vt:lpstr>
      <vt:lpstr>Franklin Gothic Demi</vt:lpstr>
      <vt:lpstr>Times New Roman</vt:lpstr>
      <vt:lpstr>Wingdings 2</vt:lpstr>
      <vt:lpstr>DividendVTI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2026-02-23T08:17:23Z</dcterms:created>
  <dcterms:modified xsi:type="dcterms:W3CDTF">2026-04-04T10:12:57Z</dcterms:modified>
</cp:coreProperties>
</file>