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2" r:id="rId1"/>
  </p:sldMasterIdLst>
  <p:notesMasterIdLst>
    <p:notesMasterId r:id="rId25"/>
  </p:notesMasterIdLst>
  <p:sldIdLst>
    <p:sldId id="377" r:id="rId2"/>
    <p:sldId id="408" r:id="rId3"/>
    <p:sldId id="412" r:id="rId4"/>
    <p:sldId id="413" r:id="rId5"/>
    <p:sldId id="409" r:id="rId6"/>
    <p:sldId id="410" r:id="rId7"/>
    <p:sldId id="414" r:id="rId8"/>
    <p:sldId id="438" r:id="rId9"/>
    <p:sldId id="415" r:id="rId10"/>
    <p:sldId id="416" r:id="rId11"/>
    <p:sldId id="439" r:id="rId12"/>
    <p:sldId id="420" r:id="rId13"/>
    <p:sldId id="421" r:id="rId14"/>
    <p:sldId id="422" r:id="rId15"/>
    <p:sldId id="440" r:id="rId16"/>
    <p:sldId id="426" r:id="rId17"/>
    <p:sldId id="427" r:id="rId18"/>
    <p:sldId id="441" r:id="rId19"/>
    <p:sldId id="434" r:id="rId20"/>
    <p:sldId id="435" r:id="rId21"/>
    <p:sldId id="436" r:id="rId22"/>
    <p:sldId id="429" r:id="rId23"/>
    <p:sldId id="43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4E146-14FC-4E09-9546-4F0F5132D77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54836-EBA3-40B9-B00E-F6B8AC212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0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A6893-4CBE-412C-B561-5790D47B1C8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914A-F094-43BB-BE7A-015BC228E09B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2FF5-19E4-413E-8A73-14EEF92E44C7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A080-DA7A-4289-85A0-B9CB2D1A11CC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0E38-B752-4B49-9B3D-85AF72208E1F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CA42-D212-4D9E-A3A7-D5C7AF86BFC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24F5-7B06-4A93-AE94-91DB33B8565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E4765451-8AE7-4958-968E-27D7C248314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83CA-A696-4D68-9465-413F61B2F97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2326-EDFE-4CED-A193-22C7E1BADFA1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A941-1F76-42E4-B0A0-70393C2C90F8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A242845-2C23-4C44-871C-4B662F12C8C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.to/vaib/hands-on-ai-for-beginners-classifying-iris-flowers-in-python-2j4h" TargetMode="Externa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eminebozkus.medium.com/exploring-the-iris-flower-dataset-4e000bcc266c" TargetMode="External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jfif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165" y="2673495"/>
            <a:ext cx="1266825" cy="1581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073" y="3104871"/>
            <a:ext cx="6953250" cy="72390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3168073" y="3743325"/>
            <a:ext cx="69532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561" y="620284"/>
            <a:ext cx="101631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8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904623"/>
            <a:ext cx="11600873" cy="3370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1" y="1442109"/>
            <a:ext cx="3924300" cy="43815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51121" y="1928873"/>
            <a:ext cx="36818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072" y="3222695"/>
            <a:ext cx="4856723" cy="240225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6059054" y="3222695"/>
            <a:ext cx="0" cy="2190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1" y="2176594"/>
            <a:ext cx="5514975" cy="27622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2040" y="2270063"/>
            <a:ext cx="6725088" cy="70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77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2" y="710660"/>
            <a:ext cx="2361324" cy="20779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8" y="2788625"/>
            <a:ext cx="1933575" cy="4476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9371" y="892392"/>
            <a:ext cx="6000750" cy="1714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7856" y="2788625"/>
            <a:ext cx="7915275" cy="16668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0235" y="4580179"/>
            <a:ext cx="10320338" cy="14264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6335" y="1158335"/>
            <a:ext cx="1864475" cy="207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75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38" y="2448255"/>
            <a:ext cx="8259596" cy="22345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662" y="1627128"/>
            <a:ext cx="7852930" cy="4273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1634" y="1342023"/>
            <a:ext cx="2520968" cy="352421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979055" y="2054443"/>
            <a:ext cx="74814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47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53321"/>
            <a:ext cx="3990975" cy="3905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19200"/>
            <a:ext cx="38576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881" y="730230"/>
            <a:ext cx="7496175" cy="29813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614" y="1955093"/>
            <a:ext cx="3981450" cy="8572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0840" y="3783822"/>
            <a:ext cx="6876833" cy="2302821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4525820" y="753321"/>
            <a:ext cx="0" cy="27195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8089" y="5289676"/>
            <a:ext cx="2791402" cy="70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99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421" y="637309"/>
            <a:ext cx="4979266" cy="514653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3934691" y="1151962"/>
            <a:ext cx="452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638" y="1276641"/>
            <a:ext cx="9866168" cy="469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98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84" y="710179"/>
            <a:ext cx="9901380" cy="53346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699" y="2324712"/>
            <a:ext cx="1618825" cy="2228816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272146" y="2013527"/>
            <a:ext cx="0" cy="396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467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238" y="1636067"/>
            <a:ext cx="7446096" cy="44644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235" y="5632196"/>
            <a:ext cx="3076575" cy="400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1380" y="1274906"/>
            <a:ext cx="7629525" cy="1352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1186" y="841912"/>
            <a:ext cx="4528148" cy="35411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4461380" y="1196027"/>
            <a:ext cx="44147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3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797" y="693017"/>
            <a:ext cx="5543768" cy="52287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851564" y="1215887"/>
            <a:ext cx="5080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1" y="1363625"/>
            <a:ext cx="10254494" cy="41320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131" y="762264"/>
            <a:ext cx="9850626" cy="52825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60" y="2057905"/>
            <a:ext cx="1595149" cy="2186522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272144" y="1330036"/>
            <a:ext cx="0" cy="4488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62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891" y="700845"/>
            <a:ext cx="7306366" cy="53628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160" y="5645095"/>
            <a:ext cx="32956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0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845" y="647123"/>
            <a:ext cx="4768418" cy="52597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10182" y="1173102"/>
            <a:ext cx="42487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754" y="1260913"/>
            <a:ext cx="10074926" cy="40926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39" y="1915996"/>
            <a:ext cx="1561152" cy="2129532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856509" y="1348509"/>
            <a:ext cx="0" cy="4064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83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122" y="638463"/>
            <a:ext cx="4390882" cy="499437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19418" y="1137900"/>
            <a:ext cx="38700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522" y="1365086"/>
            <a:ext cx="9880167" cy="396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4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13" y="1105162"/>
            <a:ext cx="9804369" cy="38214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22" y="2441112"/>
            <a:ext cx="1696891" cy="216783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059709" y="2441112"/>
            <a:ext cx="0" cy="25557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07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909" y="665019"/>
            <a:ext cx="6691214" cy="52000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894" y="5637345"/>
            <a:ext cx="368617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37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982" y="638053"/>
            <a:ext cx="7957559" cy="548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98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9855" y="70571"/>
            <a:ext cx="2115127" cy="647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36" y="167986"/>
            <a:ext cx="2087419" cy="647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566" y="70571"/>
            <a:ext cx="8814234" cy="647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8566" y="70571"/>
            <a:ext cx="7620000" cy="667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9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44" y="675799"/>
            <a:ext cx="8782487" cy="49086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2039790"/>
            <a:ext cx="2447635" cy="27062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38" y="1238836"/>
            <a:ext cx="2133600" cy="6762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10498" y="5614953"/>
            <a:ext cx="82669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smtClean="0"/>
              <a:t>dev.to/vaib/hands-on-ai-for-beginners-classifying-iris-flowers-in-python-2j4h</a:t>
            </a:r>
            <a:endParaRPr lang="en-US" dirty="0" smtClean="0">
              <a:hlinkClick r:id="rId6"/>
            </a:endParaRP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160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29052"/>
            <a:ext cx="4901322" cy="477493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06545"/>
            <a:ext cx="490132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01" y="1418981"/>
            <a:ext cx="7835719" cy="350400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2475" y="654195"/>
            <a:ext cx="1944890" cy="532173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3070" y="5016790"/>
            <a:ext cx="2609850" cy="3333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374" y="2875107"/>
            <a:ext cx="1543050" cy="20478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486416" y="5493696"/>
            <a:ext cx="86166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8"/>
              </a:rPr>
              <a:t>https://</a:t>
            </a:r>
            <a:r>
              <a:rPr lang="en-US" dirty="0" smtClean="0">
                <a:hlinkClick r:id="rId8"/>
              </a:rPr>
              <a:t>eminebozkus.medium.com/exploring-the-iris-flower-dataset-4e000bcc266c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3852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638" y="941929"/>
            <a:ext cx="1945628" cy="22939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638" y="3285022"/>
            <a:ext cx="1945628" cy="43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781" y="3453448"/>
            <a:ext cx="7296728" cy="26471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781" y="909215"/>
            <a:ext cx="6206837" cy="232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3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029" y="831458"/>
            <a:ext cx="6311363" cy="47380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72" y="1899823"/>
            <a:ext cx="5289956" cy="254286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12438" y="2244436"/>
            <a:ext cx="144087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55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52764"/>
            <a:ext cx="1162050" cy="4572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09964"/>
            <a:ext cx="116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4171" y="752764"/>
            <a:ext cx="7107242" cy="45884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73" y="5390033"/>
            <a:ext cx="2175740" cy="58304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7001" y="734292"/>
            <a:ext cx="2489073" cy="523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4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817996"/>
            <a:ext cx="1076325" cy="4191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65384"/>
            <a:ext cx="10763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781" y="817996"/>
            <a:ext cx="6622473" cy="392553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7108" y="3622092"/>
            <a:ext cx="1359597" cy="14330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981" y="5198711"/>
            <a:ext cx="3574473" cy="72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3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UR.pptx" id="{C8B94E25-33BD-45D5-BF09-DFDE6F66F827}" vid="{3906A810-667D-48F7-952C-A904CEA9ED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359</Words>
  <Application>Microsoft Office PowerPoint</Application>
  <PresentationFormat>Widescreen</PresentationFormat>
  <Paragraphs>47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Franklin Gothic Book</vt:lpstr>
      <vt:lpstr>Franklin Gothic Demi</vt:lpstr>
      <vt:lpstr>Wingdings 2</vt:lpstr>
      <vt:lpstr>DividendVTI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2026-02-23T08:17:23Z</dcterms:created>
  <dcterms:modified xsi:type="dcterms:W3CDTF">2026-04-04T10:14:21Z</dcterms:modified>
</cp:coreProperties>
</file>