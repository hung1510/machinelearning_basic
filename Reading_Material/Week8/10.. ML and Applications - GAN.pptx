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63" r:id="rId1"/>
  </p:sldMasterIdLst>
  <p:notesMasterIdLst>
    <p:notesMasterId r:id="rId41"/>
  </p:notesMasterIdLst>
  <p:sldIdLst>
    <p:sldId id="813" r:id="rId2"/>
    <p:sldId id="814" r:id="rId3"/>
    <p:sldId id="815" r:id="rId4"/>
    <p:sldId id="816" r:id="rId5"/>
    <p:sldId id="817" r:id="rId6"/>
    <p:sldId id="818" r:id="rId7"/>
    <p:sldId id="819" r:id="rId8"/>
    <p:sldId id="820" r:id="rId9"/>
    <p:sldId id="821" r:id="rId10"/>
    <p:sldId id="822" r:id="rId11"/>
    <p:sldId id="823" r:id="rId12"/>
    <p:sldId id="824" r:id="rId13"/>
    <p:sldId id="825" r:id="rId14"/>
    <p:sldId id="826" r:id="rId15"/>
    <p:sldId id="827" r:id="rId16"/>
    <p:sldId id="828" r:id="rId17"/>
    <p:sldId id="829" r:id="rId18"/>
    <p:sldId id="830" r:id="rId19"/>
    <p:sldId id="831" r:id="rId20"/>
    <p:sldId id="832" r:id="rId21"/>
    <p:sldId id="833" r:id="rId22"/>
    <p:sldId id="834" r:id="rId23"/>
    <p:sldId id="835" r:id="rId24"/>
    <p:sldId id="836" r:id="rId25"/>
    <p:sldId id="837" r:id="rId26"/>
    <p:sldId id="838" r:id="rId27"/>
    <p:sldId id="839" r:id="rId28"/>
    <p:sldId id="840" r:id="rId29"/>
    <p:sldId id="841" r:id="rId30"/>
    <p:sldId id="842" r:id="rId31"/>
    <p:sldId id="843" r:id="rId32"/>
    <p:sldId id="844" r:id="rId33"/>
    <p:sldId id="845" r:id="rId34"/>
    <p:sldId id="846" r:id="rId35"/>
    <p:sldId id="847" r:id="rId36"/>
    <p:sldId id="848" r:id="rId37"/>
    <p:sldId id="849" r:id="rId38"/>
    <p:sldId id="850" r:id="rId39"/>
    <p:sldId id="85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81" autoAdjust="0"/>
    <p:restoredTop sz="94660"/>
  </p:normalViewPr>
  <p:slideViewPr>
    <p:cSldViewPr snapToGrid="0">
      <p:cViewPr varScale="1">
        <p:scale>
          <a:sx n="69" d="100"/>
          <a:sy n="69" d="100"/>
        </p:scale>
        <p:origin x="5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D4E146-14FC-4E09-9546-4F0F5132D778}" type="datetimeFigureOut">
              <a:rPr lang="en-US" smtClean="0"/>
              <a:t>5/25/2026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554836-EBA3-40B9-B00E-F6B8AC212EDA}" type="slidenum">
              <a:rPr lang="en-US" smtClean="0"/>
              <a:t>‹#›</a:t>
            </a:fld>
            <a:endParaRPr lang="en-US"/>
          </a:p>
        </p:txBody>
      </p:sp>
    </p:spTree>
    <p:extLst>
      <p:ext uri="{BB962C8B-B14F-4D97-AF65-F5344CB8AC3E}">
        <p14:creationId xmlns:p14="http://schemas.microsoft.com/office/powerpoint/2010/main" val="195330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CCA6893-4CBE-412C-B561-5790D47B1C83}" type="datetime1">
              <a:rPr lang="en-US" smtClean="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89245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703914A-F094-43BB-BE7A-015BC228E09B}" type="datetime1">
              <a:rPr lang="en-US" smtClean="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99371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8592FF5-19E4-413E-8A73-14EEF92E44C7}" type="datetime1">
              <a:rPr lang="en-US" smtClean="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849014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9C4A080-DA7A-4289-85A0-B9CB2D1A11CC}" type="datetime1">
              <a:rPr lang="en-US" smtClean="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24349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52F0E38-B752-4B49-9B3D-85AF72208E1F}" type="datetime1">
              <a:rPr lang="en-US" smtClean="0"/>
              <a:t>5/25/2026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22722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982CA42-D212-4D9E-A3A7-D5C7AF86BFC3}" type="datetime1">
              <a:rPr lang="en-US" smtClean="0"/>
              <a:t>5/25/2026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99165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4A24F5-7B06-4A93-AE94-91DB33B85653}" type="datetime1">
              <a:rPr lang="en-US" smtClean="0"/>
              <a:t>5/25/2026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76659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4765451-8AE7-4958-968E-27D7C2483143}" type="datetime1">
              <a:rPr lang="en-US" smtClean="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80533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CCC83CA-A696-4D68-9465-413F61B2F973}" type="datetime1">
              <a:rPr lang="en-US" smtClean="0"/>
              <a:t>5/25/2026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09216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8402326-EDFE-4CED-A193-22C7E1BADFA1}" type="datetime1">
              <a:rPr lang="en-US" smtClean="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96966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ABA941-1F76-42E4-B0A0-70393C2C90F8}" type="datetime1">
              <a:rPr lang="en-US" smtClean="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05315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242845-2C23-4C44-871C-4B662F12C8C3}" type="datetime1">
              <a:rPr lang="en-US" smtClean="0"/>
              <a:t>5/25/2026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257427860"/>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3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2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3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3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438" y="5413445"/>
            <a:ext cx="1219200" cy="650240"/>
          </a:xfrm>
          <a:prstGeom prst="rect">
            <a:avLst/>
          </a:prstGeom>
        </p:spPr>
      </p:pic>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1</a:t>
            </a:fld>
            <a:endParaRPr lang="en-US" dirty="0"/>
          </a:p>
        </p:txBody>
      </p:sp>
      <p:cxnSp>
        <p:nvCxnSpPr>
          <p:cNvPr id="11" name="Straight Connector 10"/>
          <p:cNvCxnSpPr/>
          <p:nvPr/>
        </p:nvCxnSpPr>
        <p:spPr>
          <a:xfrm>
            <a:off x="2810741" y="3608969"/>
            <a:ext cx="83260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3"/>
          <a:stretch>
            <a:fillRect/>
          </a:stretch>
        </p:blipFill>
        <p:spPr>
          <a:xfrm>
            <a:off x="1623561" y="620284"/>
            <a:ext cx="10163175" cy="533400"/>
          </a:xfrm>
          <a:prstGeom prst="rect">
            <a:avLst/>
          </a:prstGeom>
        </p:spPr>
      </p:pic>
      <p:pic>
        <p:nvPicPr>
          <p:cNvPr id="10" name="Picture 9"/>
          <p:cNvPicPr>
            <a:picLocks noChangeAspect="1"/>
          </p:cNvPicPr>
          <p:nvPr/>
        </p:nvPicPr>
        <p:blipFill>
          <a:blip r:embed="rId4"/>
          <a:stretch>
            <a:fillRect/>
          </a:stretch>
        </p:blipFill>
        <p:spPr>
          <a:xfrm>
            <a:off x="1067657" y="2605087"/>
            <a:ext cx="1688536" cy="1647825"/>
          </a:xfrm>
          <a:prstGeom prst="rect">
            <a:avLst/>
          </a:prstGeom>
        </p:spPr>
      </p:pic>
      <p:pic>
        <p:nvPicPr>
          <p:cNvPr id="12" name="Picture 11"/>
          <p:cNvPicPr>
            <a:picLocks noChangeAspect="1"/>
          </p:cNvPicPr>
          <p:nvPr/>
        </p:nvPicPr>
        <p:blipFill>
          <a:blip r:embed="rId5"/>
          <a:stretch>
            <a:fillRect/>
          </a:stretch>
        </p:blipFill>
        <p:spPr>
          <a:xfrm>
            <a:off x="2810741" y="3073972"/>
            <a:ext cx="8326083" cy="523163"/>
          </a:xfrm>
          <a:prstGeom prst="rect">
            <a:avLst/>
          </a:prstGeom>
        </p:spPr>
      </p:pic>
    </p:spTree>
    <p:extLst>
      <p:ext uri="{BB962C8B-B14F-4D97-AF65-F5344CB8AC3E}">
        <p14:creationId xmlns:p14="http://schemas.microsoft.com/office/powerpoint/2010/main" val="3215923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7" name="Straight Connector 6"/>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2</a:t>
            </a:fld>
            <a:endParaRPr lang="en-US" dirty="0"/>
          </a:p>
        </p:txBody>
      </p:sp>
      <p:pic>
        <p:nvPicPr>
          <p:cNvPr id="3" name="Picture 2"/>
          <p:cNvPicPr>
            <a:picLocks noChangeAspect="1"/>
          </p:cNvPicPr>
          <p:nvPr/>
        </p:nvPicPr>
        <p:blipFill>
          <a:blip r:embed="rId2"/>
          <a:stretch>
            <a:fillRect/>
          </a:stretch>
        </p:blipFill>
        <p:spPr>
          <a:xfrm>
            <a:off x="3187266" y="218209"/>
            <a:ext cx="5743575" cy="381000"/>
          </a:xfrm>
          <a:prstGeom prst="rect">
            <a:avLst/>
          </a:prstGeom>
        </p:spPr>
      </p:pic>
      <p:cxnSp>
        <p:nvCxnSpPr>
          <p:cNvPr id="8" name="Straight Connector 7"/>
          <p:cNvCxnSpPr/>
          <p:nvPr/>
        </p:nvCxnSpPr>
        <p:spPr>
          <a:xfrm>
            <a:off x="3094182" y="599209"/>
            <a:ext cx="58366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stretch>
            <a:fillRect/>
          </a:stretch>
        </p:blipFill>
        <p:spPr>
          <a:xfrm>
            <a:off x="692798" y="775559"/>
            <a:ext cx="10639425" cy="733425"/>
          </a:xfrm>
          <a:prstGeom prst="rect">
            <a:avLst/>
          </a:prstGeom>
        </p:spPr>
      </p:pic>
      <p:pic>
        <p:nvPicPr>
          <p:cNvPr id="11" name="Picture 10"/>
          <p:cNvPicPr>
            <a:picLocks noChangeAspect="1"/>
          </p:cNvPicPr>
          <p:nvPr/>
        </p:nvPicPr>
        <p:blipFill>
          <a:blip r:embed="rId4"/>
          <a:stretch>
            <a:fillRect/>
          </a:stretch>
        </p:blipFill>
        <p:spPr>
          <a:xfrm>
            <a:off x="4322329" y="1821927"/>
            <a:ext cx="7276235" cy="3362966"/>
          </a:xfrm>
          <a:prstGeom prst="rect">
            <a:avLst/>
          </a:prstGeom>
        </p:spPr>
      </p:pic>
      <p:pic>
        <p:nvPicPr>
          <p:cNvPr id="12" name="Picture 11"/>
          <p:cNvPicPr>
            <a:picLocks noChangeAspect="1"/>
          </p:cNvPicPr>
          <p:nvPr/>
        </p:nvPicPr>
        <p:blipFill>
          <a:blip r:embed="rId5"/>
          <a:stretch>
            <a:fillRect/>
          </a:stretch>
        </p:blipFill>
        <p:spPr>
          <a:xfrm>
            <a:off x="692798" y="4551025"/>
            <a:ext cx="1195833" cy="1460443"/>
          </a:xfrm>
          <a:prstGeom prst="rect">
            <a:avLst/>
          </a:prstGeom>
        </p:spPr>
      </p:pic>
      <p:sp>
        <p:nvSpPr>
          <p:cNvPr id="13" name="Rectangle 12"/>
          <p:cNvSpPr/>
          <p:nvPr/>
        </p:nvSpPr>
        <p:spPr>
          <a:xfrm>
            <a:off x="1924049" y="5140460"/>
            <a:ext cx="9935441" cy="882742"/>
          </a:xfrm>
          <a:prstGeom prst="rect">
            <a:avLst/>
          </a:prstGeom>
        </p:spPr>
        <p:txBody>
          <a:bodyPr wrap="square">
            <a:spAutoFit/>
          </a:bodyPr>
          <a:lstStyle/>
          <a:p>
            <a:pPr algn="just">
              <a:lnSpc>
                <a:spcPct val="107000"/>
              </a:lnSpc>
              <a:spcAft>
                <a:spcPts val="800"/>
              </a:spcAft>
            </a:pPr>
            <a:r>
              <a:rPr lang="en-US" sz="1600" b="1" i="1" dirty="0">
                <a:latin typeface="Calibri" panose="020F0502020204030204" pitchFamily="34" charset="0"/>
                <a:ea typeface="Calibri" panose="020F0502020204030204" pitchFamily="34" charset="0"/>
                <a:cs typeface="Times New Roman" panose="02020603050405020304" pitchFamily="18" charset="0"/>
              </a:rPr>
              <a:t>Ian J. </a:t>
            </a:r>
            <a:r>
              <a:rPr lang="en-US" sz="1600" b="1" i="1" dirty="0" err="1">
                <a:latin typeface="Calibri" panose="020F0502020204030204" pitchFamily="34" charset="0"/>
                <a:ea typeface="Calibri" panose="020F0502020204030204" pitchFamily="34" charset="0"/>
                <a:cs typeface="Times New Roman" panose="02020603050405020304" pitchFamily="18" charset="0"/>
              </a:rPr>
              <a:t>Goodfellow</a:t>
            </a:r>
            <a:r>
              <a:rPr lang="en-US" sz="1600" b="1" i="1" dirty="0">
                <a:latin typeface="Calibri" panose="020F0502020204030204" pitchFamily="34" charset="0"/>
                <a:ea typeface="Calibri" panose="020F0502020204030204" pitchFamily="34" charset="0"/>
                <a:cs typeface="Times New Roman" panose="02020603050405020304" pitchFamily="18" charset="0"/>
              </a:rPr>
              <a:t> </a:t>
            </a:r>
            <a:r>
              <a:rPr lang="en-US" sz="1600" b="1" i="1" dirty="0">
                <a:solidFill>
                  <a:srgbClr val="0070C0"/>
                </a:solidFill>
                <a:latin typeface="Calibri" panose="020F0502020204030204" pitchFamily="34" charset="0"/>
                <a:ea typeface="Calibri" panose="020F0502020204030204" pitchFamily="34" charset="0"/>
                <a:cs typeface="Times New Roman" panose="02020603050405020304" pitchFamily="18" charset="0"/>
              </a:rPr>
              <a:t>is an American computer scientist, engineer, and executive, most noted for his work on AI and Deep Learning. He has made several important contributions to the field of deep learning, including the invention of the Generative Adversarial Network (GAN).</a:t>
            </a:r>
          </a:p>
        </p:txBody>
      </p:sp>
      <p:pic>
        <p:nvPicPr>
          <p:cNvPr id="14" name="Picture 13"/>
          <p:cNvPicPr>
            <a:picLocks noChangeAspect="1"/>
          </p:cNvPicPr>
          <p:nvPr/>
        </p:nvPicPr>
        <p:blipFill>
          <a:blip r:embed="rId6"/>
          <a:stretch>
            <a:fillRect/>
          </a:stretch>
        </p:blipFill>
        <p:spPr>
          <a:xfrm>
            <a:off x="747927" y="1596795"/>
            <a:ext cx="5578982" cy="1417761"/>
          </a:xfrm>
          <a:prstGeom prst="rect">
            <a:avLst/>
          </a:prstGeom>
        </p:spPr>
      </p:pic>
    </p:spTree>
    <p:extLst>
      <p:ext uri="{BB962C8B-B14F-4D97-AF65-F5344CB8AC3E}">
        <p14:creationId xmlns:p14="http://schemas.microsoft.com/office/powerpoint/2010/main" val="16945360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3</a:t>
            </a:fld>
            <a:endParaRPr lang="en-US" dirty="0"/>
          </a:p>
        </p:txBody>
      </p:sp>
      <p:pic>
        <p:nvPicPr>
          <p:cNvPr id="7" name="Picture 6"/>
          <p:cNvPicPr>
            <a:picLocks noChangeAspect="1"/>
          </p:cNvPicPr>
          <p:nvPr/>
        </p:nvPicPr>
        <p:blipFill>
          <a:blip r:embed="rId2"/>
          <a:stretch>
            <a:fillRect/>
          </a:stretch>
        </p:blipFill>
        <p:spPr>
          <a:xfrm>
            <a:off x="212438" y="282575"/>
            <a:ext cx="2971800" cy="400050"/>
          </a:xfrm>
          <a:prstGeom prst="rect">
            <a:avLst/>
          </a:prstGeom>
        </p:spPr>
      </p:pic>
      <p:cxnSp>
        <p:nvCxnSpPr>
          <p:cNvPr id="9" name="Straight Connector 8"/>
          <p:cNvCxnSpPr/>
          <p:nvPr/>
        </p:nvCxnSpPr>
        <p:spPr>
          <a:xfrm>
            <a:off x="258618" y="682625"/>
            <a:ext cx="29256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3"/>
          <a:stretch>
            <a:fillRect/>
          </a:stretch>
        </p:blipFill>
        <p:spPr>
          <a:xfrm>
            <a:off x="258618" y="825361"/>
            <a:ext cx="11239500" cy="847725"/>
          </a:xfrm>
          <a:prstGeom prst="rect">
            <a:avLst/>
          </a:prstGeom>
        </p:spPr>
      </p:pic>
      <p:pic>
        <p:nvPicPr>
          <p:cNvPr id="11" name="Picture 10"/>
          <p:cNvPicPr>
            <a:picLocks noChangeAspect="1"/>
          </p:cNvPicPr>
          <p:nvPr/>
        </p:nvPicPr>
        <p:blipFill>
          <a:blip r:embed="rId4"/>
          <a:stretch>
            <a:fillRect/>
          </a:stretch>
        </p:blipFill>
        <p:spPr>
          <a:xfrm>
            <a:off x="258618" y="1826420"/>
            <a:ext cx="10873508" cy="4533609"/>
          </a:xfrm>
          <a:prstGeom prst="rect">
            <a:avLst/>
          </a:prstGeom>
        </p:spPr>
      </p:pic>
    </p:spTree>
    <p:extLst>
      <p:ext uri="{BB962C8B-B14F-4D97-AF65-F5344CB8AC3E}">
        <p14:creationId xmlns:p14="http://schemas.microsoft.com/office/powerpoint/2010/main" val="41053501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4</a:t>
            </a:fld>
            <a:endParaRPr lang="en-US" dirty="0"/>
          </a:p>
        </p:txBody>
      </p:sp>
      <p:pic>
        <p:nvPicPr>
          <p:cNvPr id="7" name="Picture 6"/>
          <p:cNvPicPr>
            <a:picLocks noChangeAspect="1"/>
          </p:cNvPicPr>
          <p:nvPr/>
        </p:nvPicPr>
        <p:blipFill>
          <a:blip r:embed="rId2"/>
          <a:stretch>
            <a:fillRect/>
          </a:stretch>
        </p:blipFill>
        <p:spPr>
          <a:xfrm>
            <a:off x="334961" y="339724"/>
            <a:ext cx="11018839" cy="5354785"/>
          </a:xfrm>
          <a:prstGeom prst="rect">
            <a:avLst/>
          </a:prstGeom>
        </p:spPr>
      </p:pic>
    </p:spTree>
    <p:extLst>
      <p:ext uri="{BB962C8B-B14F-4D97-AF65-F5344CB8AC3E}">
        <p14:creationId xmlns:p14="http://schemas.microsoft.com/office/powerpoint/2010/main" val="903286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5</a:t>
            </a:fld>
            <a:endParaRPr lang="en-US" dirty="0"/>
          </a:p>
        </p:txBody>
      </p:sp>
      <p:pic>
        <p:nvPicPr>
          <p:cNvPr id="3" name="Picture 2"/>
          <p:cNvPicPr>
            <a:picLocks noChangeAspect="1"/>
          </p:cNvPicPr>
          <p:nvPr/>
        </p:nvPicPr>
        <p:blipFill>
          <a:blip r:embed="rId2"/>
          <a:stretch>
            <a:fillRect/>
          </a:stretch>
        </p:blipFill>
        <p:spPr>
          <a:xfrm>
            <a:off x="612065" y="739322"/>
            <a:ext cx="10861807" cy="3617557"/>
          </a:xfrm>
          <a:prstGeom prst="rect">
            <a:avLst/>
          </a:prstGeom>
        </p:spPr>
      </p:pic>
      <p:pic>
        <p:nvPicPr>
          <p:cNvPr id="7" name="Picture 6"/>
          <p:cNvPicPr>
            <a:picLocks noChangeAspect="1"/>
          </p:cNvPicPr>
          <p:nvPr/>
        </p:nvPicPr>
        <p:blipFill>
          <a:blip r:embed="rId3"/>
          <a:stretch>
            <a:fillRect/>
          </a:stretch>
        </p:blipFill>
        <p:spPr>
          <a:xfrm>
            <a:off x="612488" y="205307"/>
            <a:ext cx="1638300" cy="419100"/>
          </a:xfrm>
          <a:prstGeom prst="rect">
            <a:avLst/>
          </a:prstGeom>
        </p:spPr>
      </p:pic>
      <p:cxnSp>
        <p:nvCxnSpPr>
          <p:cNvPr id="9" name="Straight Connector 8"/>
          <p:cNvCxnSpPr/>
          <p:nvPr/>
        </p:nvCxnSpPr>
        <p:spPr>
          <a:xfrm>
            <a:off x="612065" y="624407"/>
            <a:ext cx="16387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descr="Exploring the Fascinating Realm of Generative Adversarial Networks (GANs) "/>
          <p:cNvPicPr/>
          <p:nvPr/>
        </p:nvPicPr>
        <p:blipFill>
          <a:blip r:embed="rId4">
            <a:extLst>
              <a:ext uri="{28A0092B-C50C-407E-A947-70E740481C1C}">
                <a14:useLocalDpi xmlns:a14="http://schemas.microsoft.com/office/drawing/2010/main" val="0"/>
              </a:ext>
            </a:extLst>
          </a:blip>
          <a:srcRect/>
          <a:stretch>
            <a:fillRect/>
          </a:stretch>
        </p:blipFill>
        <p:spPr bwMode="auto">
          <a:xfrm>
            <a:off x="3909290" y="4008437"/>
            <a:ext cx="6398491" cy="2713038"/>
          </a:xfrm>
          <a:prstGeom prst="rect">
            <a:avLst/>
          </a:prstGeom>
          <a:noFill/>
          <a:ln>
            <a:noFill/>
          </a:ln>
        </p:spPr>
      </p:pic>
    </p:spTree>
    <p:extLst>
      <p:ext uri="{BB962C8B-B14F-4D97-AF65-F5344CB8AC3E}">
        <p14:creationId xmlns:p14="http://schemas.microsoft.com/office/powerpoint/2010/main" val="15305204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6</a:t>
            </a:fld>
            <a:endParaRPr lang="en-US" dirty="0"/>
          </a:p>
        </p:txBody>
      </p:sp>
      <p:pic>
        <p:nvPicPr>
          <p:cNvPr id="3" name="Picture 2"/>
          <p:cNvPicPr>
            <a:picLocks noChangeAspect="1"/>
          </p:cNvPicPr>
          <p:nvPr/>
        </p:nvPicPr>
        <p:blipFill>
          <a:blip r:embed="rId2"/>
          <a:stretch>
            <a:fillRect/>
          </a:stretch>
        </p:blipFill>
        <p:spPr>
          <a:xfrm>
            <a:off x="4902068" y="189634"/>
            <a:ext cx="2505075" cy="438150"/>
          </a:xfrm>
          <a:prstGeom prst="rect">
            <a:avLst/>
          </a:prstGeom>
        </p:spPr>
      </p:pic>
      <p:cxnSp>
        <p:nvCxnSpPr>
          <p:cNvPr id="8" name="Straight Connector 7"/>
          <p:cNvCxnSpPr/>
          <p:nvPr/>
        </p:nvCxnSpPr>
        <p:spPr>
          <a:xfrm>
            <a:off x="4902068" y="627784"/>
            <a:ext cx="25050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3145" y="1826832"/>
            <a:ext cx="8902917" cy="5031168"/>
          </a:xfrm>
          <a:prstGeom prst="rect">
            <a:avLst/>
          </a:prstGeom>
        </p:spPr>
      </p:pic>
      <p:pic>
        <p:nvPicPr>
          <p:cNvPr id="10" name="Picture 9"/>
          <p:cNvPicPr>
            <a:picLocks noChangeAspect="1"/>
          </p:cNvPicPr>
          <p:nvPr/>
        </p:nvPicPr>
        <p:blipFill>
          <a:blip r:embed="rId4"/>
          <a:stretch>
            <a:fillRect/>
          </a:stretch>
        </p:blipFill>
        <p:spPr>
          <a:xfrm>
            <a:off x="768217" y="905118"/>
            <a:ext cx="10772775" cy="809625"/>
          </a:xfrm>
          <a:prstGeom prst="rect">
            <a:avLst/>
          </a:prstGeom>
        </p:spPr>
      </p:pic>
    </p:spTree>
    <p:extLst>
      <p:ext uri="{BB962C8B-B14F-4D97-AF65-F5344CB8AC3E}">
        <p14:creationId xmlns:p14="http://schemas.microsoft.com/office/powerpoint/2010/main" val="14030889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7</a:t>
            </a:fld>
            <a:endParaRPr lang="en-US" dirty="0"/>
          </a:p>
        </p:txBody>
      </p:sp>
      <p:pic>
        <p:nvPicPr>
          <p:cNvPr id="3" name="Picture 2"/>
          <p:cNvPicPr>
            <a:picLocks noChangeAspect="1"/>
          </p:cNvPicPr>
          <p:nvPr/>
        </p:nvPicPr>
        <p:blipFill>
          <a:blip r:embed="rId2"/>
          <a:stretch>
            <a:fillRect/>
          </a:stretch>
        </p:blipFill>
        <p:spPr>
          <a:xfrm>
            <a:off x="354445" y="415204"/>
            <a:ext cx="11218718" cy="4457118"/>
          </a:xfrm>
          <a:prstGeom prst="rect">
            <a:avLst/>
          </a:prstGeom>
        </p:spPr>
      </p:pic>
      <p:pic>
        <p:nvPicPr>
          <p:cNvPr id="4" name="Picture 3"/>
          <p:cNvPicPr>
            <a:picLocks noChangeAspect="1"/>
          </p:cNvPicPr>
          <p:nvPr/>
        </p:nvPicPr>
        <p:blipFill>
          <a:blip r:embed="rId3"/>
          <a:stretch>
            <a:fillRect/>
          </a:stretch>
        </p:blipFill>
        <p:spPr>
          <a:xfrm>
            <a:off x="354444" y="5082021"/>
            <a:ext cx="10999355" cy="1577740"/>
          </a:xfrm>
          <a:prstGeom prst="rect">
            <a:avLst/>
          </a:prstGeom>
        </p:spPr>
      </p:pic>
    </p:spTree>
    <p:extLst>
      <p:ext uri="{BB962C8B-B14F-4D97-AF65-F5344CB8AC3E}">
        <p14:creationId xmlns:p14="http://schemas.microsoft.com/office/powerpoint/2010/main" val="36225669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8</a:t>
            </a:fld>
            <a:endParaRPr lang="en-US" dirty="0"/>
          </a:p>
        </p:txBody>
      </p:sp>
      <p:pic>
        <p:nvPicPr>
          <p:cNvPr id="3" name="Picture 2"/>
          <p:cNvPicPr>
            <a:picLocks noChangeAspect="1"/>
          </p:cNvPicPr>
          <p:nvPr/>
        </p:nvPicPr>
        <p:blipFill>
          <a:blip r:embed="rId2"/>
          <a:stretch>
            <a:fillRect/>
          </a:stretch>
        </p:blipFill>
        <p:spPr>
          <a:xfrm>
            <a:off x="372498" y="301914"/>
            <a:ext cx="11147557" cy="5515765"/>
          </a:xfrm>
          <a:prstGeom prst="rect">
            <a:avLst/>
          </a:prstGeom>
        </p:spPr>
      </p:pic>
    </p:spTree>
    <p:extLst>
      <p:ext uri="{BB962C8B-B14F-4D97-AF65-F5344CB8AC3E}">
        <p14:creationId xmlns:p14="http://schemas.microsoft.com/office/powerpoint/2010/main" val="3838822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9</a:t>
            </a:fld>
            <a:endParaRPr lang="en-US" dirty="0"/>
          </a:p>
        </p:txBody>
      </p:sp>
      <p:pic>
        <p:nvPicPr>
          <p:cNvPr id="3" name="Picture 2"/>
          <p:cNvPicPr>
            <a:picLocks noChangeAspect="1"/>
          </p:cNvPicPr>
          <p:nvPr/>
        </p:nvPicPr>
        <p:blipFill>
          <a:blip r:embed="rId2"/>
          <a:stretch>
            <a:fillRect/>
          </a:stretch>
        </p:blipFill>
        <p:spPr>
          <a:xfrm>
            <a:off x="446533" y="319231"/>
            <a:ext cx="2085975" cy="419100"/>
          </a:xfrm>
          <a:prstGeom prst="rect">
            <a:avLst/>
          </a:prstGeom>
        </p:spPr>
      </p:pic>
      <p:cxnSp>
        <p:nvCxnSpPr>
          <p:cNvPr id="8" name="Straight Connector 7"/>
          <p:cNvCxnSpPr/>
          <p:nvPr/>
        </p:nvCxnSpPr>
        <p:spPr>
          <a:xfrm>
            <a:off x="446533" y="738331"/>
            <a:ext cx="2019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stretch>
            <a:fillRect/>
          </a:stretch>
        </p:blipFill>
        <p:spPr>
          <a:xfrm>
            <a:off x="446534" y="962169"/>
            <a:ext cx="10590922" cy="381236"/>
          </a:xfrm>
          <a:prstGeom prst="rect">
            <a:avLst/>
          </a:prstGeom>
        </p:spPr>
      </p:pic>
      <p:pic>
        <p:nvPicPr>
          <p:cNvPr id="11" name="Picture 10"/>
          <p:cNvPicPr>
            <a:picLocks noChangeAspect="1"/>
          </p:cNvPicPr>
          <p:nvPr/>
        </p:nvPicPr>
        <p:blipFill>
          <a:blip r:embed="rId4"/>
          <a:stretch>
            <a:fillRect/>
          </a:stretch>
        </p:blipFill>
        <p:spPr>
          <a:xfrm>
            <a:off x="446533" y="1564749"/>
            <a:ext cx="10664812" cy="3022276"/>
          </a:xfrm>
          <a:prstGeom prst="rect">
            <a:avLst/>
          </a:prstGeom>
        </p:spPr>
      </p:pic>
      <p:pic>
        <p:nvPicPr>
          <p:cNvPr id="13" name="Picture 12"/>
          <p:cNvPicPr>
            <a:picLocks noChangeAspect="1"/>
          </p:cNvPicPr>
          <p:nvPr/>
        </p:nvPicPr>
        <p:blipFill>
          <a:blip r:embed="rId5"/>
          <a:stretch>
            <a:fillRect/>
          </a:stretch>
        </p:blipFill>
        <p:spPr>
          <a:xfrm>
            <a:off x="446533" y="4720401"/>
            <a:ext cx="10907267" cy="1874823"/>
          </a:xfrm>
          <a:prstGeom prst="rect">
            <a:avLst/>
          </a:prstGeom>
        </p:spPr>
      </p:pic>
    </p:spTree>
    <p:extLst>
      <p:ext uri="{BB962C8B-B14F-4D97-AF65-F5344CB8AC3E}">
        <p14:creationId xmlns:p14="http://schemas.microsoft.com/office/powerpoint/2010/main" val="1577931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10</a:t>
            </a:fld>
            <a:endParaRPr lang="en-US" dirty="0"/>
          </a:p>
        </p:txBody>
      </p:sp>
      <p:pic>
        <p:nvPicPr>
          <p:cNvPr id="3" name="Picture 2"/>
          <p:cNvPicPr>
            <a:picLocks noChangeAspect="1"/>
          </p:cNvPicPr>
          <p:nvPr/>
        </p:nvPicPr>
        <p:blipFill>
          <a:blip r:embed="rId2"/>
          <a:stretch>
            <a:fillRect/>
          </a:stretch>
        </p:blipFill>
        <p:spPr>
          <a:xfrm>
            <a:off x="446533" y="343668"/>
            <a:ext cx="10732744" cy="2749409"/>
          </a:xfrm>
          <a:prstGeom prst="rect">
            <a:avLst/>
          </a:prstGeom>
        </p:spPr>
      </p:pic>
      <p:pic>
        <p:nvPicPr>
          <p:cNvPr id="7" name="Picture 6"/>
          <p:cNvPicPr>
            <a:picLocks noChangeAspect="1"/>
          </p:cNvPicPr>
          <p:nvPr/>
        </p:nvPicPr>
        <p:blipFill>
          <a:blip r:embed="rId3"/>
          <a:stretch>
            <a:fillRect/>
          </a:stretch>
        </p:blipFill>
        <p:spPr>
          <a:xfrm>
            <a:off x="446533" y="3253400"/>
            <a:ext cx="1866900" cy="390525"/>
          </a:xfrm>
          <a:prstGeom prst="rect">
            <a:avLst/>
          </a:prstGeom>
        </p:spPr>
      </p:pic>
      <p:cxnSp>
        <p:nvCxnSpPr>
          <p:cNvPr id="9" name="Straight Connector 8"/>
          <p:cNvCxnSpPr/>
          <p:nvPr/>
        </p:nvCxnSpPr>
        <p:spPr>
          <a:xfrm>
            <a:off x="446533" y="3643925"/>
            <a:ext cx="18669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4"/>
          <a:stretch>
            <a:fillRect/>
          </a:stretch>
        </p:blipFill>
        <p:spPr>
          <a:xfrm>
            <a:off x="689487" y="3804248"/>
            <a:ext cx="11077209" cy="2552102"/>
          </a:xfrm>
          <a:prstGeom prst="rect">
            <a:avLst/>
          </a:prstGeom>
        </p:spPr>
      </p:pic>
    </p:spTree>
    <p:extLst>
      <p:ext uri="{BB962C8B-B14F-4D97-AF65-F5344CB8AC3E}">
        <p14:creationId xmlns:p14="http://schemas.microsoft.com/office/powerpoint/2010/main" val="1516630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438" y="5413445"/>
            <a:ext cx="1219200" cy="650240"/>
          </a:xfrm>
          <a:prstGeom prst="rect">
            <a:avLst/>
          </a:prstGeom>
        </p:spPr>
      </p:pic>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11</a:t>
            </a:fld>
            <a:endParaRPr lang="en-US" dirty="0"/>
          </a:p>
        </p:txBody>
      </p:sp>
      <p:pic>
        <p:nvPicPr>
          <p:cNvPr id="3" name="Picture 2"/>
          <p:cNvPicPr>
            <a:picLocks noChangeAspect="1"/>
          </p:cNvPicPr>
          <p:nvPr/>
        </p:nvPicPr>
        <p:blipFill>
          <a:blip r:embed="rId3"/>
          <a:stretch>
            <a:fillRect/>
          </a:stretch>
        </p:blipFill>
        <p:spPr>
          <a:xfrm>
            <a:off x="345051" y="353500"/>
            <a:ext cx="1885950" cy="428625"/>
          </a:xfrm>
          <a:prstGeom prst="rect">
            <a:avLst/>
          </a:prstGeom>
        </p:spPr>
      </p:pic>
      <p:cxnSp>
        <p:nvCxnSpPr>
          <p:cNvPr id="8" name="Straight Connector 7"/>
          <p:cNvCxnSpPr/>
          <p:nvPr/>
        </p:nvCxnSpPr>
        <p:spPr>
          <a:xfrm>
            <a:off x="345051" y="752629"/>
            <a:ext cx="17885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a:stretch>
            <a:fillRect/>
          </a:stretch>
        </p:blipFill>
        <p:spPr>
          <a:xfrm>
            <a:off x="571500" y="1033923"/>
            <a:ext cx="11138719" cy="2574688"/>
          </a:xfrm>
          <a:prstGeom prst="rect">
            <a:avLst/>
          </a:prstGeom>
        </p:spPr>
      </p:pic>
    </p:spTree>
    <p:extLst>
      <p:ext uri="{BB962C8B-B14F-4D97-AF65-F5344CB8AC3E}">
        <p14:creationId xmlns:p14="http://schemas.microsoft.com/office/powerpoint/2010/main" val="2115173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438" y="5413445"/>
            <a:ext cx="1219200" cy="650240"/>
          </a:xfrm>
          <a:prstGeom prst="rect">
            <a:avLst/>
          </a:prstGeom>
        </p:spPr>
      </p:pic>
      <p:cxnSp>
        <p:nvCxnSpPr>
          <p:cNvPr id="7" name="Straight Connector 6"/>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12</a:t>
            </a:fld>
            <a:endParaRPr lang="en-US" dirty="0"/>
          </a:p>
        </p:txBody>
      </p:sp>
      <p:cxnSp>
        <p:nvCxnSpPr>
          <p:cNvPr id="8" name="Straight Connector 7"/>
          <p:cNvCxnSpPr/>
          <p:nvPr/>
        </p:nvCxnSpPr>
        <p:spPr>
          <a:xfrm>
            <a:off x="2300748" y="1059744"/>
            <a:ext cx="756100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stretch>
            <a:fillRect/>
          </a:stretch>
        </p:blipFill>
        <p:spPr>
          <a:xfrm>
            <a:off x="625040" y="1535502"/>
            <a:ext cx="10868025" cy="3133725"/>
          </a:xfrm>
          <a:prstGeom prst="rect">
            <a:avLst/>
          </a:prstGeom>
        </p:spPr>
      </p:pic>
      <p:pic>
        <p:nvPicPr>
          <p:cNvPr id="10" name="Picture 9"/>
          <p:cNvPicPr>
            <a:picLocks noChangeAspect="1"/>
          </p:cNvPicPr>
          <p:nvPr/>
        </p:nvPicPr>
        <p:blipFill>
          <a:blip r:embed="rId4"/>
          <a:stretch>
            <a:fillRect/>
          </a:stretch>
        </p:blipFill>
        <p:spPr>
          <a:xfrm>
            <a:off x="2382402" y="568592"/>
            <a:ext cx="7353300" cy="485775"/>
          </a:xfrm>
          <a:prstGeom prst="rect">
            <a:avLst/>
          </a:prstGeom>
        </p:spPr>
      </p:pic>
    </p:spTree>
    <p:extLst>
      <p:ext uri="{BB962C8B-B14F-4D97-AF65-F5344CB8AC3E}">
        <p14:creationId xmlns:p14="http://schemas.microsoft.com/office/powerpoint/2010/main" val="42475619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438" y="5413445"/>
            <a:ext cx="1219200" cy="650240"/>
          </a:xfrm>
          <a:prstGeom prst="rect">
            <a:avLst/>
          </a:prstGeom>
        </p:spPr>
      </p:pic>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13</a:t>
            </a:fld>
            <a:endParaRPr lang="en-US" dirty="0"/>
          </a:p>
        </p:txBody>
      </p:sp>
      <p:pic>
        <p:nvPicPr>
          <p:cNvPr id="3" name="Picture 2"/>
          <p:cNvPicPr>
            <a:picLocks noChangeAspect="1"/>
          </p:cNvPicPr>
          <p:nvPr/>
        </p:nvPicPr>
        <p:blipFill>
          <a:blip r:embed="rId3"/>
          <a:stretch>
            <a:fillRect/>
          </a:stretch>
        </p:blipFill>
        <p:spPr>
          <a:xfrm>
            <a:off x="567891" y="361335"/>
            <a:ext cx="10982325" cy="2438400"/>
          </a:xfrm>
          <a:prstGeom prst="rect">
            <a:avLst/>
          </a:prstGeom>
        </p:spPr>
      </p:pic>
      <p:pic>
        <p:nvPicPr>
          <p:cNvPr id="7" name="Picture 6"/>
          <p:cNvPicPr>
            <a:picLocks noChangeAspect="1"/>
          </p:cNvPicPr>
          <p:nvPr/>
        </p:nvPicPr>
        <p:blipFill>
          <a:blip r:embed="rId4"/>
          <a:stretch>
            <a:fillRect/>
          </a:stretch>
        </p:blipFill>
        <p:spPr>
          <a:xfrm>
            <a:off x="3450969" y="2730309"/>
            <a:ext cx="5216168" cy="3220721"/>
          </a:xfrm>
          <a:prstGeom prst="rect">
            <a:avLst/>
          </a:prstGeom>
        </p:spPr>
      </p:pic>
    </p:spTree>
    <p:extLst>
      <p:ext uri="{BB962C8B-B14F-4D97-AF65-F5344CB8AC3E}">
        <p14:creationId xmlns:p14="http://schemas.microsoft.com/office/powerpoint/2010/main" val="35148259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7" name="Straight Connector 6"/>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14</a:t>
            </a:fld>
            <a:endParaRPr lang="en-US" dirty="0"/>
          </a:p>
        </p:txBody>
      </p:sp>
      <p:pic>
        <p:nvPicPr>
          <p:cNvPr id="3" name="Picture 2"/>
          <p:cNvPicPr>
            <a:picLocks noChangeAspect="1"/>
          </p:cNvPicPr>
          <p:nvPr/>
        </p:nvPicPr>
        <p:blipFill>
          <a:blip r:embed="rId2"/>
          <a:stretch>
            <a:fillRect/>
          </a:stretch>
        </p:blipFill>
        <p:spPr>
          <a:xfrm>
            <a:off x="544855" y="1707739"/>
            <a:ext cx="11228666" cy="3591847"/>
          </a:xfrm>
          <a:prstGeom prst="rect">
            <a:avLst/>
          </a:prstGeom>
          <a:ln>
            <a:solidFill>
              <a:schemeClr val="tx1"/>
            </a:solidFill>
          </a:ln>
        </p:spPr>
      </p:pic>
      <p:pic>
        <p:nvPicPr>
          <p:cNvPr id="4" name="Picture 3"/>
          <p:cNvPicPr>
            <a:picLocks noChangeAspect="1"/>
          </p:cNvPicPr>
          <p:nvPr/>
        </p:nvPicPr>
        <p:blipFill>
          <a:blip r:embed="rId3"/>
          <a:stretch>
            <a:fillRect/>
          </a:stretch>
        </p:blipFill>
        <p:spPr>
          <a:xfrm>
            <a:off x="4125707" y="751552"/>
            <a:ext cx="3724275" cy="419100"/>
          </a:xfrm>
          <a:prstGeom prst="rect">
            <a:avLst/>
          </a:prstGeom>
        </p:spPr>
      </p:pic>
      <p:cxnSp>
        <p:nvCxnSpPr>
          <p:cNvPr id="9" name="Straight Connector 8"/>
          <p:cNvCxnSpPr/>
          <p:nvPr/>
        </p:nvCxnSpPr>
        <p:spPr>
          <a:xfrm>
            <a:off x="4031226" y="1170652"/>
            <a:ext cx="38187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7609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15</a:t>
            </a:fld>
            <a:endParaRPr lang="en-US" dirty="0"/>
          </a:p>
        </p:txBody>
      </p:sp>
      <p:pic>
        <p:nvPicPr>
          <p:cNvPr id="3" name="Picture 2"/>
          <p:cNvPicPr>
            <a:picLocks noChangeAspect="1"/>
          </p:cNvPicPr>
          <p:nvPr/>
        </p:nvPicPr>
        <p:blipFill>
          <a:blip r:embed="rId2"/>
          <a:stretch>
            <a:fillRect/>
          </a:stretch>
        </p:blipFill>
        <p:spPr>
          <a:xfrm>
            <a:off x="258618" y="372550"/>
            <a:ext cx="5676900" cy="390525"/>
          </a:xfrm>
          <a:prstGeom prst="rect">
            <a:avLst/>
          </a:prstGeom>
        </p:spPr>
      </p:pic>
      <p:pic>
        <p:nvPicPr>
          <p:cNvPr id="7" name="Picture 6"/>
          <p:cNvPicPr>
            <a:picLocks noChangeAspect="1"/>
          </p:cNvPicPr>
          <p:nvPr/>
        </p:nvPicPr>
        <p:blipFill>
          <a:blip r:embed="rId3"/>
          <a:stretch>
            <a:fillRect/>
          </a:stretch>
        </p:blipFill>
        <p:spPr>
          <a:xfrm>
            <a:off x="1830256" y="789431"/>
            <a:ext cx="8648700" cy="2676525"/>
          </a:xfrm>
          <a:prstGeom prst="rect">
            <a:avLst/>
          </a:prstGeom>
        </p:spPr>
      </p:pic>
      <p:pic>
        <p:nvPicPr>
          <p:cNvPr id="8" name="Picture 7"/>
          <p:cNvPicPr>
            <a:picLocks noChangeAspect="1"/>
          </p:cNvPicPr>
          <p:nvPr/>
        </p:nvPicPr>
        <p:blipFill>
          <a:blip r:embed="rId4"/>
          <a:stretch>
            <a:fillRect/>
          </a:stretch>
        </p:blipFill>
        <p:spPr>
          <a:xfrm>
            <a:off x="258618" y="3546130"/>
            <a:ext cx="9972675" cy="1771650"/>
          </a:xfrm>
          <a:prstGeom prst="rect">
            <a:avLst/>
          </a:prstGeom>
        </p:spPr>
      </p:pic>
      <p:pic>
        <p:nvPicPr>
          <p:cNvPr id="10" name="Picture 9"/>
          <p:cNvPicPr>
            <a:picLocks noChangeAspect="1"/>
          </p:cNvPicPr>
          <p:nvPr/>
        </p:nvPicPr>
        <p:blipFill>
          <a:blip r:embed="rId5"/>
          <a:stretch>
            <a:fillRect/>
          </a:stretch>
        </p:blipFill>
        <p:spPr>
          <a:xfrm>
            <a:off x="206230" y="5434647"/>
            <a:ext cx="11458575" cy="438150"/>
          </a:xfrm>
          <a:prstGeom prst="rect">
            <a:avLst/>
          </a:prstGeom>
        </p:spPr>
      </p:pic>
    </p:spTree>
    <p:extLst>
      <p:ext uri="{BB962C8B-B14F-4D97-AF65-F5344CB8AC3E}">
        <p14:creationId xmlns:p14="http://schemas.microsoft.com/office/powerpoint/2010/main" val="16631690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7" name="Straight Connector 6"/>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16</a:t>
            </a:fld>
            <a:endParaRPr lang="en-US" dirty="0"/>
          </a:p>
        </p:txBody>
      </p:sp>
      <p:pic>
        <p:nvPicPr>
          <p:cNvPr id="3" name="Picture 2"/>
          <p:cNvPicPr>
            <a:picLocks noChangeAspect="1"/>
          </p:cNvPicPr>
          <p:nvPr/>
        </p:nvPicPr>
        <p:blipFill>
          <a:blip r:embed="rId2"/>
          <a:stretch>
            <a:fillRect/>
          </a:stretch>
        </p:blipFill>
        <p:spPr>
          <a:xfrm>
            <a:off x="446533" y="247206"/>
            <a:ext cx="1682391" cy="3017959"/>
          </a:xfrm>
          <a:prstGeom prst="rect">
            <a:avLst/>
          </a:prstGeom>
          <a:solidFill>
            <a:schemeClr val="bg1"/>
          </a:solidFill>
          <a:ln>
            <a:solidFill>
              <a:schemeClr val="tx1"/>
            </a:solidFill>
          </a:ln>
        </p:spPr>
      </p:pic>
      <p:pic>
        <p:nvPicPr>
          <p:cNvPr id="4" name="Picture 3"/>
          <p:cNvPicPr>
            <a:picLocks noChangeAspect="1"/>
          </p:cNvPicPr>
          <p:nvPr/>
        </p:nvPicPr>
        <p:blipFill>
          <a:blip r:embed="rId3"/>
          <a:stretch>
            <a:fillRect/>
          </a:stretch>
        </p:blipFill>
        <p:spPr>
          <a:xfrm>
            <a:off x="6784258" y="2990406"/>
            <a:ext cx="1736489" cy="3017959"/>
          </a:xfrm>
          <a:prstGeom prst="rect">
            <a:avLst/>
          </a:prstGeom>
          <a:ln>
            <a:solidFill>
              <a:schemeClr val="tx1"/>
            </a:solidFill>
          </a:ln>
        </p:spPr>
      </p:pic>
      <p:pic>
        <p:nvPicPr>
          <p:cNvPr id="8" name="Picture 7"/>
          <p:cNvPicPr>
            <a:picLocks noChangeAspect="1"/>
          </p:cNvPicPr>
          <p:nvPr/>
        </p:nvPicPr>
        <p:blipFill>
          <a:blip r:embed="rId4"/>
          <a:stretch>
            <a:fillRect/>
          </a:stretch>
        </p:blipFill>
        <p:spPr>
          <a:xfrm>
            <a:off x="8598984" y="2871019"/>
            <a:ext cx="2983722" cy="3192666"/>
          </a:xfrm>
          <a:prstGeom prst="rect">
            <a:avLst/>
          </a:prstGeom>
        </p:spPr>
      </p:pic>
      <p:pic>
        <p:nvPicPr>
          <p:cNvPr id="9" name="Picture 8"/>
          <p:cNvPicPr>
            <a:picLocks noChangeAspect="1"/>
          </p:cNvPicPr>
          <p:nvPr/>
        </p:nvPicPr>
        <p:blipFill>
          <a:blip r:embed="rId5"/>
          <a:stretch>
            <a:fillRect/>
          </a:stretch>
        </p:blipFill>
        <p:spPr>
          <a:xfrm>
            <a:off x="2337552" y="803685"/>
            <a:ext cx="5314950" cy="1905000"/>
          </a:xfrm>
          <a:prstGeom prst="rect">
            <a:avLst/>
          </a:prstGeom>
        </p:spPr>
      </p:pic>
      <p:pic>
        <p:nvPicPr>
          <p:cNvPr id="10" name="Picture 9"/>
          <p:cNvPicPr>
            <a:picLocks noChangeAspect="1"/>
          </p:cNvPicPr>
          <p:nvPr/>
        </p:nvPicPr>
        <p:blipFill>
          <a:blip r:embed="rId6"/>
          <a:stretch>
            <a:fillRect/>
          </a:stretch>
        </p:blipFill>
        <p:spPr>
          <a:xfrm>
            <a:off x="1598110" y="3650439"/>
            <a:ext cx="5019675" cy="2152650"/>
          </a:xfrm>
          <a:prstGeom prst="rect">
            <a:avLst/>
          </a:prstGeom>
        </p:spPr>
      </p:pic>
      <p:pic>
        <p:nvPicPr>
          <p:cNvPr id="11" name="Picture 10"/>
          <p:cNvPicPr>
            <a:picLocks noChangeAspect="1"/>
          </p:cNvPicPr>
          <p:nvPr/>
        </p:nvPicPr>
        <p:blipFill>
          <a:blip r:embed="rId7"/>
          <a:stretch>
            <a:fillRect/>
          </a:stretch>
        </p:blipFill>
        <p:spPr>
          <a:xfrm>
            <a:off x="8100220" y="247206"/>
            <a:ext cx="3482486" cy="391891"/>
          </a:xfrm>
          <a:prstGeom prst="rect">
            <a:avLst/>
          </a:prstGeom>
        </p:spPr>
      </p:pic>
      <p:cxnSp>
        <p:nvCxnSpPr>
          <p:cNvPr id="12" name="Straight Connector 11"/>
          <p:cNvCxnSpPr/>
          <p:nvPr/>
        </p:nvCxnSpPr>
        <p:spPr>
          <a:xfrm>
            <a:off x="7924800" y="639097"/>
            <a:ext cx="38187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66145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17</a:t>
            </a:fld>
            <a:endParaRPr lang="en-US" dirty="0"/>
          </a:p>
        </p:txBody>
      </p:sp>
      <p:pic>
        <p:nvPicPr>
          <p:cNvPr id="3" name="Picture 2"/>
          <p:cNvPicPr>
            <a:picLocks noChangeAspect="1"/>
          </p:cNvPicPr>
          <p:nvPr/>
        </p:nvPicPr>
        <p:blipFill>
          <a:blip r:embed="rId2"/>
          <a:stretch>
            <a:fillRect/>
          </a:stretch>
        </p:blipFill>
        <p:spPr>
          <a:xfrm>
            <a:off x="258618" y="312942"/>
            <a:ext cx="2838450" cy="352425"/>
          </a:xfrm>
          <a:prstGeom prst="rect">
            <a:avLst/>
          </a:prstGeom>
        </p:spPr>
      </p:pic>
      <p:cxnSp>
        <p:nvCxnSpPr>
          <p:cNvPr id="8" name="Straight Connector 7"/>
          <p:cNvCxnSpPr/>
          <p:nvPr/>
        </p:nvCxnSpPr>
        <p:spPr>
          <a:xfrm>
            <a:off x="212438" y="665367"/>
            <a:ext cx="28846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stretch>
            <a:fillRect/>
          </a:stretch>
        </p:blipFill>
        <p:spPr>
          <a:xfrm>
            <a:off x="627421" y="792506"/>
            <a:ext cx="10463366" cy="5213326"/>
          </a:xfrm>
          <a:prstGeom prst="rect">
            <a:avLst/>
          </a:prstGeom>
        </p:spPr>
      </p:pic>
    </p:spTree>
    <p:extLst>
      <p:ext uri="{BB962C8B-B14F-4D97-AF65-F5344CB8AC3E}">
        <p14:creationId xmlns:p14="http://schemas.microsoft.com/office/powerpoint/2010/main" val="8790149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438" y="5413445"/>
            <a:ext cx="1219200" cy="650240"/>
          </a:xfrm>
          <a:prstGeom prst="rect">
            <a:avLst/>
          </a:prstGeom>
        </p:spPr>
      </p:pic>
      <p:cxnSp>
        <p:nvCxnSpPr>
          <p:cNvPr id="7" name="Straight Connector 6"/>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18</a:t>
            </a:fld>
            <a:endParaRPr lang="en-US" dirty="0"/>
          </a:p>
        </p:txBody>
      </p:sp>
      <p:pic>
        <p:nvPicPr>
          <p:cNvPr id="3" name="Picture 2"/>
          <p:cNvPicPr>
            <a:picLocks noChangeAspect="1"/>
          </p:cNvPicPr>
          <p:nvPr/>
        </p:nvPicPr>
        <p:blipFill>
          <a:blip r:embed="rId3"/>
          <a:stretch>
            <a:fillRect/>
          </a:stretch>
        </p:blipFill>
        <p:spPr>
          <a:xfrm>
            <a:off x="1688075" y="261014"/>
            <a:ext cx="9563100" cy="5667375"/>
          </a:xfrm>
          <a:prstGeom prst="rect">
            <a:avLst/>
          </a:prstGeom>
          <a:ln>
            <a:solidFill>
              <a:schemeClr val="tx1"/>
            </a:solidFill>
          </a:ln>
        </p:spPr>
      </p:pic>
    </p:spTree>
    <p:extLst>
      <p:ext uri="{BB962C8B-B14F-4D97-AF65-F5344CB8AC3E}">
        <p14:creationId xmlns:p14="http://schemas.microsoft.com/office/powerpoint/2010/main" val="33746272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19</a:t>
            </a:fld>
            <a:endParaRPr lang="en-US" dirty="0"/>
          </a:p>
        </p:txBody>
      </p:sp>
      <p:pic>
        <p:nvPicPr>
          <p:cNvPr id="3" name="Picture 2"/>
          <p:cNvPicPr>
            <a:picLocks noChangeAspect="1"/>
          </p:cNvPicPr>
          <p:nvPr/>
        </p:nvPicPr>
        <p:blipFill>
          <a:blip r:embed="rId2"/>
          <a:stretch>
            <a:fillRect/>
          </a:stretch>
        </p:blipFill>
        <p:spPr>
          <a:xfrm>
            <a:off x="258618" y="372857"/>
            <a:ext cx="4610100" cy="409575"/>
          </a:xfrm>
          <a:prstGeom prst="rect">
            <a:avLst/>
          </a:prstGeom>
        </p:spPr>
      </p:pic>
      <p:cxnSp>
        <p:nvCxnSpPr>
          <p:cNvPr id="8" name="Straight Connector 7"/>
          <p:cNvCxnSpPr/>
          <p:nvPr/>
        </p:nvCxnSpPr>
        <p:spPr>
          <a:xfrm>
            <a:off x="212438" y="782432"/>
            <a:ext cx="4656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stretch>
            <a:fillRect/>
          </a:stretch>
        </p:blipFill>
        <p:spPr>
          <a:xfrm>
            <a:off x="629804" y="1062363"/>
            <a:ext cx="10858500" cy="4410075"/>
          </a:xfrm>
          <a:prstGeom prst="rect">
            <a:avLst/>
          </a:prstGeom>
        </p:spPr>
      </p:pic>
    </p:spTree>
    <p:extLst>
      <p:ext uri="{BB962C8B-B14F-4D97-AF65-F5344CB8AC3E}">
        <p14:creationId xmlns:p14="http://schemas.microsoft.com/office/powerpoint/2010/main" val="18006161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20</a:t>
            </a:fld>
            <a:endParaRPr lang="en-US" dirty="0"/>
          </a:p>
        </p:txBody>
      </p:sp>
      <p:pic>
        <p:nvPicPr>
          <p:cNvPr id="3" name="Picture 2"/>
          <p:cNvPicPr>
            <a:picLocks noChangeAspect="1"/>
          </p:cNvPicPr>
          <p:nvPr/>
        </p:nvPicPr>
        <p:blipFill>
          <a:blip r:embed="rId2"/>
          <a:stretch>
            <a:fillRect/>
          </a:stretch>
        </p:blipFill>
        <p:spPr>
          <a:xfrm>
            <a:off x="936037" y="679807"/>
            <a:ext cx="10246033" cy="4629611"/>
          </a:xfrm>
          <a:prstGeom prst="rect">
            <a:avLst/>
          </a:prstGeom>
          <a:ln>
            <a:solidFill>
              <a:schemeClr val="tx1"/>
            </a:solidFill>
          </a:ln>
        </p:spPr>
      </p:pic>
    </p:spTree>
    <p:extLst>
      <p:ext uri="{BB962C8B-B14F-4D97-AF65-F5344CB8AC3E}">
        <p14:creationId xmlns:p14="http://schemas.microsoft.com/office/powerpoint/2010/main" val="30519614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21</a:t>
            </a:fld>
            <a:endParaRPr lang="en-US" dirty="0"/>
          </a:p>
        </p:txBody>
      </p:sp>
      <p:pic>
        <p:nvPicPr>
          <p:cNvPr id="3" name="Picture 2"/>
          <p:cNvPicPr>
            <a:picLocks noChangeAspect="1"/>
          </p:cNvPicPr>
          <p:nvPr/>
        </p:nvPicPr>
        <p:blipFill>
          <a:blip r:embed="rId2"/>
          <a:stretch>
            <a:fillRect/>
          </a:stretch>
        </p:blipFill>
        <p:spPr>
          <a:xfrm>
            <a:off x="446533" y="239661"/>
            <a:ext cx="1924050" cy="381000"/>
          </a:xfrm>
          <a:prstGeom prst="rect">
            <a:avLst/>
          </a:prstGeom>
        </p:spPr>
      </p:pic>
      <p:cxnSp>
        <p:nvCxnSpPr>
          <p:cNvPr id="8" name="Straight Connector 7"/>
          <p:cNvCxnSpPr/>
          <p:nvPr/>
        </p:nvCxnSpPr>
        <p:spPr>
          <a:xfrm>
            <a:off x="373626" y="620661"/>
            <a:ext cx="1996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stretch>
            <a:fillRect/>
          </a:stretch>
        </p:blipFill>
        <p:spPr>
          <a:xfrm>
            <a:off x="710766" y="3762922"/>
            <a:ext cx="10696575" cy="1495425"/>
          </a:xfrm>
          <a:prstGeom prst="rect">
            <a:avLst/>
          </a:prstGeom>
        </p:spPr>
      </p:pic>
      <p:sp>
        <p:nvSpPr>
          <p:cNvPr id="12" name="Rectangle 11"/>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13" name="Straight Connector 12"/>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4"/>
          <a:stretch>
            <a:fillRect/>
          </a:stretch>
        </p:blipFill>
        <p:spPr>
          <a:xfrm>
            <a:off x="2817534" y="138546"/>
            <a:ext cx="8589807" cy="3392198"/>
          </a:xfrm>
          <a:prstGeom prst="rect">
            <a:avLst/>
          </a:prstGeom>
        </p:spPr>
      </p:pic>
    </p:spTree>
    <p:extLst>
      <p:ext uri="{BB962C8B-B14F-4D97-AF65-F5344CB8AC3E}">
        <p14:creationId xmlns:p14="http://schemas.microsoft.com/office/powerpoint/2010/main" val="24023465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22</a:t>
            </a:fld>
            <a:endParaRPr lang="en-US" dirty="0"/>
          </a:p>
        </p:txBody>
      </p:sp>
      <p:pic>
        <p:nvPicPr>
          <p:cNvPr id="8" name="Picture 7"/>
          <p:cNvPicPr>
            <a:picLocks noChangeAspect="1"/>
          </p:cNvPicPr>
          <p:nvPr/>
        </p:nvPicPr>
        <p:blipFill>
          <a:blip r:embed="rId2"/>
          <a:stretch>
            <a:fillRect/>
          </a:stretch>
        </p:blipFill>
        <p:spPr>
          <a:xfrm>
            <a:off x="1136671" y="120056"/>
            <a:ext cx="9413342" cy="6633678"/>
          </a:xfrm>
          <a:prstGeom prst="rect">
            <a:avLst/>
          </a:prstGeom>
        </p:spPr>
      </p:pic>
    </p:spTree>
    <p:extLst>
      <p:ext uri="{BB962C8B-B14F-4D97-AF65-F5344CB8AC3E}">
        <p14:creationId xmlns:p14="http://schemas.microsoft.com/office/powerpoint/2010/main" val="15380127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23</a:t>
            </a:fld>
            <a:endParaRPr lang="en-US" dirty="0"/>
          </a:p>
        </p:txBody>
      </p:sp>
      <p:pic>
        <p:nvPicPr>
          <p:cNvPr id="7" name="Picture 6"/>
          <p:cNvPicPr>
            <a:picLocks noChangeAspect="1"/>
          </p:cNvPicPr>
          <p:nvPr/>
        </p:nvPicPr>
        <p:blipFill>
          <a:blip r:embed="rId2"/>
          <a:stretch>
            <a:fillRect/>
          </a:stretch>
        </p:blipFill>
        <p:spPr>
          <a:xfrm>
            <a:off x="1146452" y="3153390"/>
            <a:ext cx="9747684" cy="3594571"/>
          </a:xfrm>
          <a:prstGeom prst="rect">
            <a:avLst/>
          </a:prstGeom>
        </p:spPr>
      </p:pic>
      <p:pic>
        <p:nvPicPr>
          <p:cNvPr id="8" name="Picture 7"/>
          <p:cNvPicPr>
            <a:picLocks noChangeAspect="1"/>
          </p:cNvPicPr>
          <p:nvPr/>
        </p:nvPicPr>
        <p:blipFill>
          <a:blip r:embed="rId3"/>
          <a:stretch>
            <a:fillRect/>
          </a:stretch>
        </p:blipFill>
        <p:spPr>
          <a:xfrm>
            <a:off x="1132166" y="243652"/>
            <a:ext cx="9780722" cy="2902666"/>
          </a:xfrm>
          <a:prstGeom prst="rect">
            <a:avLst/>
          </a:prstGeom>
        </p:spPr>
      </p:pic>
    </p:spTree>
    <p:extLst>
      <p:ext uri="{BB962C8B-B14F-4D97-AF65-F5344CB8AC3E}">
        <p14:creationId xmlns:p14="http://schemas.microsoft.com/office/powerpoint/2010/main" val="8082058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438" y="5413445"/>
            <a:ext cx="1219200" cy="650240"/>
          </a:xfrm>
          <a:prstGeom prst="rect">
            <a:avLst/>
          </a:prstGeom>
        </p:spPr>
      </p:pic>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24</a:t>
            </a:fld>
            <a:endParaRPr lang="en-US" dirty="0"/>
          </a:p>
        </p:txBody>
      </p:sp>
      <p:pic>
        <p:nvPicPr>
          <p:cNvPr id="3" name="Picture 2"/>
          <p:cNvPicPr>
            <a:picLocks noChangeAspect="1"/>
          </p:cNvPicPr>
          <p:nvPr/>
        </p:nvPicPr>
        <p:blipFill>
          <a:blip r:embed="rId3"/>
          <a:stretch>
            <a:fillRect/>
          </a:stretch>
        </p:blipFill>
        <p:spPr>
          <a:xfrm>
            <a:off x="355958" y="240583"/>
            <a:ext cx="10791825" cy="1047750"/>
          </a:xfrm>
          <a:prstGeom prst="rect">
            <a:avLst/>
          </a:prstGeom>
        </p:spPr>
      </p:pic>
      <p:pic>
        <p:nvPicPr>
          <p:cNvPr id="7" name="Picture 6"/>
          <p:cNvPicPr>
            <a:picLocks noChangeAspect="1"/>
          </p:cNvPicPr>
          <p:nvPr/>
        </p:nvPicPr>
        <p:blipFill>
          <a:blip r:embed="rId4"/>
          <a:stretch>
            <a:fillRect/>
          </a:stretch>
        </p:blipFill>
        <p:spPr>
          <a:xfrm>
            <a:off x="1139468" y="1376144"/>
            <a:ext cx="9839172" cy="3784297"/>
          </a:xfrm>
          <a:prstGeom prst="rect">
            <a:avLst/>
          </a:prstGeom>
        </p:spPr>
      </p:pic>
    </p:spTree>
    <p:extLst>
      <p:ext uri="{BB962C8B-B14F-4D97-AF65-F5344CB8AC3E}">
        <p14:creationId xmlns:p14="http://schemas.microsoft.com/office/powerpoint/2010/main" val="9586833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438" y="5413445"/>
            <a:ext cx="1219200" cy="650240"/>
          </a:xfrm>
          <a:prstGeom prst="rect">
            <a:avLst/>
          </a:prstGeom>
        </p:spPr>
      </p:pic>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25</a:t>
            </a:fld>
            <a:endParaRPr lang="en-US" dirty="0"/>
          </a:p>
        </p:txBody>
      </p:sp>
      <p:pic>
        <p:nvPicPr>
          <p:cNvPr id="3" name="Picture 2"/>
          <p:cNvPicPr>
            <a:picLocks noChangeAspect="1"/>
          </p:cNvPicPr>
          <p:nvPr/>
        </p:nvPicPr>
        <p:blipFill>
          <a:blip r:embed="rId3"/>
          <a:stretch>
            <a:fillRect/>
          </a:stretch>
        </p:blipFill>
        <p:spPr>
          <a:xfrm>
            <a:off x="704850" y="512659"/>
            <a:ext cx="10648950" cy="1152525"/>
          </a:xfrm>
          <a:prstGeom prst="rect">
            <a:avLst/>
          </a:prstGeom>
        </p:spPr>
      </p:pic>
      <p:pic>
        <p:nvPicPr>
          <p:cNvPr id="7" name="Picture 6"/>
          <p:cNvPicPr>
            <a:picLocks noChangeAspect="1"/>
          </p:cNvPicPr>
          <p:nvPr/>
        </p:nvPicPr>
        <p:blipFill>
          <a:blip r:embed="rId4"/>
          <a:stretch>
            <a:fillRect/>
          </a:stretch>
        </p:blipFill>
        <p:spPr>
          <a:xfrm>
            <a:off x="1343148" y="1789863"/>
            <a:ext cx="9590323" cy="3722634"/>
          </a:xfrm>
          <a:prstGeom prst="rect">
            <a:avLst/>
          </a:prstGeom>
        </p:spPr>
      </p:pic>
    </p:spTree>
    <p:extLst>
      <p:ext uri="{BB962C8B-B14F-4D97-AF65-F5344CB8AC3E}">
        <p14:creationId xmlns:p14="http://schemas.microsoft.com/office/powerpoint/2010/main" val="4291954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438" y="5413445"/>
            <a:ext cx="1219200" cy="650240"/>
          </a:xfrm>
          <a:prstGeom prst="rect">
            <a:avLst/>
          </a:prstGeom>
        </p:spPr>
      </p:pic>
      <p:cxnSp>
        <p:nvCxnSpPr>
          <p:cNvPr id="7" name="Straight Connector 6"/>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26</a:t>
            </a:fld>
            <a:endParaRPr lang="en-US" dirty="0"/>
          </a:p>
        </p:txBody>
      </p:sp>
      <p:pic>
        <p:nvPicPr>
          <p:cNvPr id="3" name="Picture 2"/>
          <p:cNvPicPr>
            <a:picLocks noChangeAspect="1"/>
          </p:cNvPicPr>
          <p:nvPr/>
        </p:nvPicPr>
        <p:blipFill>
          <a:blip r:embed="rId3"/>
          <a:stretch>
            <a:fillRect/>
          </a:stretch>
        </p:blipFill>
        <p:spPr>
          <a:xfrm>
            <a:off x="618664" y="316014"/>
            <a:ext cx="10620375" cy="1152525"/>
          </a:xfrm>
          <a:prstGeom prst="rect">
            <a:avLst/>
          </a:prstGeom>
        </p:spPr>
      </p:pic>
      <p:pic>
        <p:nvPicPr>
          <p:cNvPr id="4" name="Picture 3"/>
          <p:cNvPicPr>
            <a:picLocks noChangeAspect="1"/>
          </p:cNvPicPr>
          <p:nvPr/>
        </p:nvPicPr>
        <p:blipFill>
          <a:blip r:embed="rId4"/>
          <a:stretch>
            <a:fillRect/>
          </a:stretch>
        </p:blipFill>
        <p:spPr>
          <a:xfrm>
            <a:off x="5383066" y="1268882"/>
            <a:ext cx="5855973" cy="4453492"/>
          </a:xfrm>
          <a:prstGeom prst="rect">
            <a:avLst/>
          </a:prstGeom>
        </p:spPr>
      </p:pic>
      <p:pic>
        <p:nvPicPr>
          <p:cNvPr id="8" name="Picture 7"/>
          <p:cNvPicPr>
            <a:picLocks noChangeAspect="1"/>
          </p:cNvPicPr>
          <p:nvPr/>
        </p:nvPicPr>
        <p:blipFill>
          <a:blip r:embed="rId5"/>
          <a:stretch>
            <a:fillRect/>
          </a:stretch>
        </p:blipFill>
        <p:spPr>
          <a:xfrm>
            <a:off x="1268822" y="1635006"/>
            <a:ext cx="1867149" cy="378365"/>
          </a:xfrm>
          <a:prstGeom prst="rect">
            <a:avLst/>
          </a:prstGeom>
        </p:spPr>
      </p:pic>
      <p:pic>
        <p:nvPicPr>
          <p:cNvPr id="9" name="Picture 8"/>
          <p:cNvPicPr>
            <a:picLocks noChangeAspect="1"/>
          </p:cNvPicPr>
          <p:nvPr/>
        </p:nvPicPr>
        <p:blipFill>
          <a:blip r:embed="rId6"/>
          <a:stretch>
            <a:fillRect/>
          </a:stretch>
        </p:blipFill>
        <p:spPr>
          <a:xfrm>
            <a:off x="618664" y="2138050"/>
            <a:ext cx="4647679" cy="483959"/>
          </a:xfrm>
          <a:prstGeom prst="rect">
            <a:avLst/>
          </a:prstGeom>
        </p:spPr>
      </p:pic>
    </p:spTree>
    <p:extLst>
      <p:ext uri="{BB962C8B-B14F-4D97-AF65-F5344CB8AC3E}">
        <p14:creationId xmlns:p14="http://schemas.microsoft.com/office/powerpoint/2010/main" val="25348309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438" y="5413445"/>
            <a:ext cx="1219200" cy="650240"/>
          </a:xfrm>
          <a:prstGeom prst="rect">
            <a:avLst/>
          </a:prstGeom>
        </p:spPr>
      </p:pic>
      <p:cxnSp>
        <p:nvCxnSpPr>
          <p:cNvPr id="7" name="Straight Connector 6"/>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27</a:t>
            </a:fld>
            <a:endParaRPr lang="en-US" dirty="0"/>
          </a:p>
        </p:txBody>
      </p:sp>
      <p:pic>
        <p:nvPicPr>
          <p:cNvPr id="3" name="Picture 2"/>
          <p:cNvPicPr>
            <a:picLocks noChangeAspect="1"/>
          </p:cNvPicPr>
          <p:nvPr/>
        </p:nvPicPr>
        <p:blipFill>
          <a:blip r:embed="rId3"/>
          <a:stretch>
            <a:fillRect/>
          </a:stretch>
        </p:blipFill>
        <p:spPr>
          <a:xfrm>
            <a:off x="822038" y="369939"/>
            <a:ext cx="10077450" cy="1143000"/>
          </a:xfrm>
          <a:prstGeom prst="rect">
            <a:avLst/>
          </a:prstGeom>
        </p:spPr>
      </p:pic>
      <p:pic>
        <p:nvPicPr>
          <p:cNvPr id="4" name="Picture 3"/>
          <p:cNvPicPr>
            <a:picLocks noChangeAspect="1"/>
          </p:cNvPicPr>
          <p:nvPr/>
        </p:nvPicPr>
        <p:blipFill>
          <a:blip r:embed="rId4"/>
          <a:stretch>
            <a:fillRect/>
          </a:stretch>
        </p:blipFill>
        <p:spPr>
          <a:xfrm>
            <a:off x="1131170" y="1600750"/>
            <a:ext cx="9650331" cy="3665443"/>
          </a:xfrm>
          <a:prstGeom prst="rect">
            <a:avLst/>
          </a:prstGeom>
        </p:spPr>
      </p:pic>
    </p:spTree>
    <p:extLst>
      <p:ext uri="{BB962C8B-B14F-4D97-AF65-F5344CB8AC3E}">
        <p14:creationId xmlns:p14="http://schemas.microsoft.com/office/powerpoint/2010/main" val="20318212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28</a:t>
            </a:fld>
            <a:endParaRPr lang="en-US" dirty="0"/>
          </a:p>
        </p:txBody>
      </p:sp>
      <p:pic>
        <p:nvPicPr>
          <p:cNvPr id="3" name="Picture 2"/>
          <p:cNvPicPr>
            <a:picLocks noChangeAspect="1"/>
          </p:cNvPicPr>
          <p:nvPr/>
        </p:nvPicPr>
        <p:blipFill>
          <a:blip r:embed="rId2"/>
          <a:stretch>
            <a:fillRect/>
          </a:stretch>
        </p:blipFill>
        <p:spPr>
          <a:xfrm>
            <a:off x="629516" y="387453"/>
            <a:ext cx="11148529" cy="2817864"/>
          </a:xfrm>
          <a:prstGeom prst="rect">
            <a:avLst/>
          </a:prstGeom>
        </p:spPr>
      </p:pic>
      <p:pic>
        <p:nvPicPr>
          <p:cNvPr id="7" name="Picture 6"/>
          <p:cNvPicPr>
            <a:picLocks noChangeAspect="1"/>
          </p:cNvPicPr>
          <p:nvPr/>
        </p:nvPicPr>
        <p:blipFill>
          <a:blip r:embed="rId3"/>
          <a:stretch>
            <a:fillRect/>
          </a:stretch>
        </p:blipFill>
        <p:spPr>
          <a:xfrm>
            <a:off x="629516" y="3413125"/>
            <a:ext cx="10402278" cy="2859701"/>
          </a:xfrm>
          <a:prstGeom prst="rect">
            <a:avLst/>
          </a:prstGeom>
        </p:spPr>
      </p:pic>
      <p:cxnSp>
        <p:nvCxnSpPr>
          <p:cNvPr id="9" name="Straight Connector 8"/>
          <p:cNvCxnSpPr/>
          <p:nvPr/>
        </p:nvCxnSpPr>
        <p:spPr>
          <a:xfrm>
            <a:off x="629516" y="825910"/>
            <a:ext cx="52011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29516" y="3844413"/>
            <a:ext cx="385399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2771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29</a:t>
            </a:fld>
            <a:endParaRPr lang="en-US" dirty="0"/>
          </a:p>
        </p:txBody>
      </p:sp>
      <p:pic>
        <p:nvPicPr>
          <p:cNvPr id="3" name="Picture 2"/>
          <p:cNvPicPr>
            <a:picLocks noChangeAspect="1"/>
          </p:cNvPicPr>
          <p:nvPr/>
        </p:nvPicPr>
        <p:blipFill>
          <a:blip r:embed="rId2"/>
          <a:stretch>
            <a:fillRect/>
          </a:stretch>
        </p:blipFill>
        <p:spPr>
          <a:xfrm>
            <a:off x="2477956" y="531710"/>
            <a:ext cx="7353300" cy="504825"/>
          </a:xfrm>
          <a:prstGeom prst="rect">
            <a:avLst/>
          </a:prstGeom>
        </p:spPr>
      </p:pic>
      <p:cxnSp>
        <p:nvCxnSpPr>
          <p:cNvPr id="8" name="Straight Connector 7"/>
          <p:cNvCxnSpPr/>
          <p:nvPr/>
        </p:nvCxnSpPr>
        <p:spPr>
          <a:xfrm>
            <a:off x="2359742" y="1036535"/>
            <a:ext cx="747151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stretch>
            <a:fillRect/>
          </a:stretch>
        </p:blipFill>
        <p:spPr>
          <a:xfrm>
            <a:off x="644091" y="1259536"/>
            <a:ext cx="10829925" cy="1876425"/>
          </a:xfrm>
          <a:prstGeom prst="rect">
            <a:avLst/>
          </a:prstGeom>
        </p:spPr>
      </p:pic>
      <p:pic>
        <p:nvPicPr>
          <p:cNvPr id="10" name="Picture 9"/>
          <p:cNvPicPr>
            <a:picLocks noChangeAspect="1"/>
          </p:cNvPicPr>
          <p:nvPr/>
        </p:nvPicPr>
        <p:blipFill>
          <a:blip r:embed="rId4"/>
          <a:stretch>
            <a:fillRect/>
          </a:stretch>
        </p:blipFill>
        <p:spPr>
          <a:xfrm>
            <a:off x="644091" y="3654798"/>
            <a:ext cx="3667125" cy="371475"/>
          </a:xfrm>
          <a:prstGeom prst="rect">
            <a:avLst/>
          </a:prstGeom>
        </p:spPr>
      </p:pic>
      <p:cxnSp>
        <p:nvCxnSpPr>
          <p:cNvPr id="12" name="Straight Connector 11"/>
          <p:cNvCxnSpPr/>
          <p:nvPr/>
        </p:nvCxnSpPr>
        <p:spPr>
          <a:xfrm>
            <a:off x="644091" y="4026273"/>
            <a:ext cx="3667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a:blip r:embed="rId5"/>
          <a:stretch>
            <a:fillRect/>
          </a:stretch>
        </p:blipFill>
        <p:spPr>
          <a:xfrm>
            <a:off x="929840" y="4140506"/>
            <a:ext cx="10258425" cy="1152525"/>
          </a:xfrm>
          <a:prstGeom prst="rect">
            <a:avLst/>
          </a:prstGeom>
        </p:spPr>
      </p:pic>
    </p:spTree>
    <p:extLst>
      <p:ext uri="{BB962C8B-B14F-4D97-AF65-F5344CB8AC3E}">
        <p14:creationId xmlns:p14="http://schemas.microsoft.com/office/powerpoint/2010/main" val="15567011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30</a:t>
            </a:fld>
            <a:endParaRPr lang="en-US" dirty="0"/>
          </a:p>
        </p:txBody>
      </p:sp>
      <p:pic>
        <p:nvPicPr>
          <p:cNvPr id="3" name="Picture 2"/>
          <p:cNvPicPr>
            <a:picLocks noChangeAspect="1"/>
          </p:cNvPicPr>
          <p:nvPr/>
        </p:nvPicPr>
        <p:blipFill>
          <a:blip r:embed="rId2"/>
          <a:stretch>
            <a:fillRect/>
          </a:stretch>
        </p:blipFill>
        <p:spPr>
          <a:xfrm>
            <a:off x="556476" y="508512"/>
            <a:ext cx="11273519" cy="5603796"/>
          </a:xfrm>
          <a:prstGeom prst="rect">
            <a:avLst/>
          </a:prstGeom>
          <a:ln>
            <a:solidFill>
              <a:schemeClr val="tx1"/>
            </a:solidFill>
          </a:ln>
        </p:spPr>
      </p:pic>
      <p:pic>
        <p:nvPicPr>
          <p:cNvPr id="7" name="Picture 6"/>
          <p:cNvPicPr>
            <a:picLocks noChangeAspect="1"/>
          </p:cNvPicPr>
          <p:nvPr/>
        </p:nvPicPr>
        <p:blipFill>
          <a:blip r:embed="rId3"/>
          <a:stretch>
            <a:fillRect/>
          </a:stretch>
        </p:blipFill>
        <p:spPr>
          <a:xfrm>
            <a:off x="5054152" y="6200796"/>
            <a:ext cx="2278165" cy="496360"/>
          </a:xfrm>
          <a:prstGeom prst="rect">
            <a:avLst/>
          </a:prstGeom>
        </p:spPr>
      </p:pic>
    </p:spTree>
    <p:extLst>
      <p:ext uri="{BB962C8B-B14F-4D97-AF65-F5344CB8AC3E}">
        <p14:creationId xmlns:p14="http://schemas.microsoft.com/office/powerpoint/2010/main" val="7897137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7" name="Straight Connector 6"/>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31</a:t>
            </a:fld>
            <a:endParaRPr lang="en-US" dirty="0"/>
          </a:p>
        </p:txBody>
      </p:sp>
      <p:pic>
        <p:nvPicPr>
          <p:cNvPr id="3" name="Picture 2"/>
          <p:cNvPicPr>
            <a:picLocks noChangeAspect="1"/>
          </p:cNvPicPr>
          <p:nvPr/>
        </p:nvPicPr>
        <p:blipFill>
          <a:blip r:embed="rId2"/>
          <a:stretch>
            <a:fillRect/>
          </a:stretch>
        </p:blipFill>
        <p:spPr>
          <a:xfrm>
            <a:off x="365330" y="248879"/>
            <a:ext cx="11068050" cy="2781300"/>
          </a:xfrm>
          <a:prstGeom prst="rect">
            <a:avLst/>
          </a:prstGeom>
        </p:spPr>
      </p:pic>
      <p:pic>
        <p:nvPicPr>
          <p:cNvPr id="4" name="Picture 3"/>
          <p:cNvPicPr>
            <a:picLocks noChangeAspect="1"/>
          </p:cNvPicPr>
          <p:nvPr/>
        </p:nvPicPr>
        <p:blipFill>
          <a:blip r:embed="rId3"/>
          <a:stretch>
            <a:fillRect/>
          </a:stretch>
        </p:blipFill>
        <p:spPr>
          <a:xfrm>
            <a:off x="365330" y="3213305"/>
            <a:ext cx="11239500" cy="2476500"/>
          </a:xfrm>
          <a:prstGeom prst="rect">
            <a:avLst/>
          </a:prstGeom>
        </p:spPr>
      </p:pic>
    </p:spTree>
    <p:extLst>
      <p:ext uri="{BB962C8B-B14F-4D97-AF65-F5344CB8AC3E}">
        <p14:creationId xmlns:p14="http://schemas.microsoft.com/office/powerpoint/2010/main" val="597140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32</a:t>
            </a:fld>
            <a:endParaRPr lang="en-US" dirty="0"/>
          </a:p>
        </p:txBody>
      </p:sp>
      <p:pic>
        <p:nvPicPr>
          <p:cNvPr id="3" name="Picture 2"/>
          <p:cNvPicPr>
            <a:picLocks noChangeAspect="1"/>
          </p:cNvPicPr>
          <p:nvPr/>
        </p:nvPicPr>
        <p:blipFill>
          <a:blip r:embed="rId2"/>
          <a:stretch>
            <a:fillRect/>
          </a:stretch>
        </p:blipFill>
        <p:spPr>
          <a:xfrm>
            <a:off x="347970" y="352272"/>
            <a:ext cx="11654034" cy="5025974"/>
          </a:xfrm>
          <a:prstGeom prst="rect">
            <a:avLst/>
          </a:prstGeom>
        </p:spPr>
      </p:pic>
    </p:spTree>
    <p:extLst>
      <p:ext uri="{BB962C8B-B14F-4D97-AF65-F5344CB8AC3E}">
        <p14:creationId xmlns:p14="http://schemas.microsoft.com/office/powerpoint/2010/main" val="1747158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33</a:t>
            </a:fld>
            <a:endParaRPr lang="en-US" dirty="0"/>
          </a:p>
        </p:txBody>
      </p:sp>
      <p:pic>
        <p:nvPicPr>
          <p:cNvPr id="3" name="Picture 2"/>
          <p:cNvPicPr>
            <a:picLocks noChangeAspect="1"/>
          </p:cNvPicPr>
          <p:nvPr/>
        </p:nvPicPr>
        <p:blipFill>
          <a:blip r:embed="rId2"/>
          <a:stretch>
            <a:fillRect/>
          </a:stretch>
        </p:blipFill>
        <p:spPr>
          <a:xfrm>
            <a:off x="670802" y="601764"/>
            <a:ext cx="10682998" cy="5346751"/>
          </a:xfrm>
          <a:prstGeom prst="rect">
            <a:avLst/>
          </a:prstGeom>
          <a:ln>
            <a:solidFill>
              <a:schemeClr val="tx1"/>
            </a:solidFill>
          </a:ln>
        </p:spPr>
      </p:pic>
      <p:pic>
        <p:nvPicPr>
          <p:cNvPr id="7" name="Picture 6"/>
          <p:cNvPicPr>
            <a:picLocks noChangeAspect="1"/>
          </p:cNvPicPr>
          <p:nvPr/>
        </p:nvPicPr>
        <p:blipFill>
          <a:blip r:embed="rId3"/>
          <a:stretch>
            <a:fillRect/>
          </a:stretch>
        </p:blipFill>
        <p:spPr>
          <a:xfrm>
            <a:off x="4077621" y="6039004"/>
            <a:ext cx="4024160" cy="413076"/>
          </a:xfrm>
          <a:prstGeom prst="rect">
            <a:avLst/>
          </a:prstGeom>
        </p:spPr>
      </p:pic>
    </p:spTree>
    <p:extLst>
      <p:ext uri="{BB962C8B-B14F-4D97-AF65-F5344CB8AC3E}">
        <p14:creationId xmlns:p14="http://schemas.microsoft.com/office/powerpoint/2010/main" val="2927786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34</a:t>
            </a:fld>
            <a:endParaRPr lang="en-US" dirty="0"/>
          </a:p>
        </p:txBody>
      </p:sp>
      <p:pic>
        <p:nvPicPr>
          <p:cNvPr id="3" name="Picture 2"/>
          <p:cNvPicPr>
            <a:picLocks noChangeAspect="1"/>
          </p:cNvPicPr>
          <p:nvPr/>
        </p:nvPicPr>
        <p:blipFill>
          <a:blip r:embed="rId2"/>
          <a:stretch>
            <a:fillRect/>
          </a:stretch>
        </p:blipFill>
        <p:spPr>
          <a:xfrm>
            <a:off x="425016" y="281550"/>
            <a:ext cx="11249025" cy="3362325"/>
          </a:xfrm>
          <a:prstGeom prst="rect">
            <a:avLst/>
          </a:prstGeom>
        </p:spPr>
      </p:pic>
      <p:pic>
        <p:nvPicPr>
          <p:cNvPr id="7" name="Picture 6"/>
          <p:cNvPicPr>
            <a:picLocks noChangeAspect="1"/>
          </p:cNvPicPr>
          <p:nvPr/>
        </p:nvPicPr>
        <p:blipFill>
          <a:blip r:embed="rId3"/>
          <a:stretch>
            <a:fillRect/>
          </a:stretch>
        </p:blipFill>
        <p:spPr>
          <a:xfrm>
            <a:off x="425016" y="3772975"/>
            <a:ext cx="11258550" cy="2819400"/>
          </a:xfrm>
          <a:prstGeom prst="rect">
            <a:avLst/>
          </a:prstGeom>
        </p:spPr>
      </p:pic>
    </p:spTree>
    <p:extLst>
      <p:ext uri="{BB962C8B-B14F-4D97-AF65-F5344CB8AC3E}">
        <p14:creationId xmlns:p14="http://schemas.microsoft.com/office/powerpoint/2010/main" val="344414536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438" y="5413445"/>
            <a:ext cx="1219200" cy="650240"/>
          </a:xfrm>
          <a:prstGeom prst="rect">
            <a:avLst/>
          </a:prstGeom>
        </p:spPr>
      </p:pic>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35</a:t>
            </a:fld>
            <a:endParaRPr lang="en-US" dirty="0"/>
          </a:p>
        </p:txBody>
      </p:sp>
      <p:pic>
        <p:nvPicPr>
          <p:cNvPr id="3" name="Picture 2"/>
          <p:cNvPicPr>
            <a:picLocks noChangeAspect="1"/>
          </p:cNvPicPr>
          <p:nvPr/>
        </p:nvPicPr>
        <p:blipFill>
          <a:blip r:embed="rId3"/>
          <a:stretch>
            <a:fillRect/>
          </a:stretch>
        </p:blipFill>
        <p:spPr>
          <a:xfrm>
            <a:off x="315191" y="727740"/>
            <a:ext cx="11544300" cy="3514725"/>
          </a:xfrm>
          <a:prstGeom prst="rect">
            <a:avLst/>
          </a:prstGeom>
        </p:spPr>
      </p:pic>
    </p:spTree>
    <p:extLst>
      <p:ext uri="{BB962C8B-B14F-4D97-AF65-F5344CB8AC3E}">
        <p14:creationId xmlns:p14="http://schemas.microsoft.com/office/powerpoint/2010/main" val="33330281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36</a:t>
            </a:fld>
            <a:endParaRPr lang="en-US" dirty="0"/>
          </a:p>
        </p:txBody>
      </p:sp>
      <p:pic>
        <p:nvPicPr>
          <p:cNvPr id="3" name="Picture 2"/>
          <p:cNvPicPr>
            <a:picLocks noChangeAspect="1"/>
          </p:cNvPicPr>
          <p:nvPr/>
        </p:nvPicPr>
        <p:blipFill>
          <a:blip r:embed="rId2"/>
          <a:stretch>
            <a:fillRect/>
          </a:stretch>
        </p:blipFill>
        <p:spPr>
          <a:xfrm>
            <a:off x="6437207" y="232185"/>
            <a:ext cx="5610225" cy="6400800"/>
          </a:xfrm>
          <a:prstGeom prst="rect">
            <a:avLst/>
          </a:prstGeom>
        </p:spPr>
      </p:pic>
      <p:pic>
        <p:nvPicPr>
          <p:cNvPr id="7" name="Picture 6"/>
          <p:cNvPicPr>
            <a:picLocks noChangeAspect="1"/>
          </p:cNvPicPr>
          <p:nvPr/>
        </p:nvPicPr>
        <p:blipFill>
          <a:blip r:embed="rId3"/>
          <a:stretch>
            <a:fillRect/>
          </a:stretch>
        </p:blipFill>
        <p:spPr>
          <a:xfrm>
            <a:off x="436460" y="372857"/>
            <a:ext cx="4810125" cy="409575"/>
          </a:xfrm>
          <a:prstGeom prst="rect">
            <a:avLst/>
          </a:prstGeom>
        </p:spPr>
      </p:pic>
      <p:pic>
        <p:nvPicPr>
          <p:cNvPr id="8" name="Picture 7"/>
          <p:cNvPicPr>
            <a:picLocks noChangeAspect="1"/>
          </p:cNvPicPr>
          <p:nvPr/>
        </p:nvPicPr>
        <p:blipFill>
          <a:blip r:embed="rId4"/>
          <a:stretch>
            <a:fillRect/>
          </a:stretch>
        </p:blipFill>
        <p:spPr>
          <a:xfrm>
            <a:off x="436460" y="965251"/>
            <a:ext cx="5543550" cy="1171575"/>
          </a:xfrm>
          <a:prstGeom prst="rect">
            <a:avLst/>
          </a:prstGeom>
        </p:spPr>
      </p:pic>
      <p:pic>
        <p:nvPicPr>
          <p:cNvPr id="9" name="Picture 8"/>
          <p:cNvPicPr>
            <a:picLocks noChangeAspect="1"/>
          </p:cNvPicPr>
          <p:nvPr/>
        </p:nvPicPr>
        <p:blipFill>
          <a:blip r:embed="rId5"/>
          <a:stretch>
            <a:fillRect/>
          </a:stretch>
        </p:blipFill>
        <p:spPr>
          <a:xfrm>
            <a:off x="350733" y="2203860"/>
            <a:ext cx="5857875" cy="2457450"/>
          </a:xfrm>
          <a:prstGeom prst="rect">
            <a:avLst/>
          </a:prstGeom>
        </p:spPr>
      </p:pic>
      <p:pic>
        <p:nvPicPr>
          <p:cNvPr id="10" name="Picture 9"/>
          <p:cNvPicPr>
            <a:picLocks noChangeAspect="1"/>
          </p:cNvPicPr>
          <p:nvPr/>
        </p:nvPicPr>
        <p:blipFill>
          <a:blip r:embed="rId6"/>
          <a:stretch>
            <a:fillRect/>
          </a:stretch>
        </p:blipFill>
        <p:spPr>
          <a:xfrm>
            <a:off x="436460" y="4786312"/>
            <a:ext cx="5219700" cy="1752600"/>
          </a:xfrm>
          <a:prstGeom prst="rect">
            <a:avLst/>
          </a:prstGeom>
        </p:spPr>
      </p:pic>
    </p:spTree>
    <p:extLst>
      <p:ext uri="{BB962C8B-B14F-4D97-AF65-F5344CB8AC3E}">
        <p14:creationId xmlns:p14="http://schemas.microsoft.com/office/powerpoint/2010/main" val="402581735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438" y="5413445"/>
            <a:ext cx="1219200" cy="650240"/>
          </a:xfrm>
          <a:prstGeom prst="rect">
            <a:avLst/>
          </a:prstGeom>
        </p:spPr>
      </p:pic>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37</a:t>
            </a:fld>
            <a:endParaRPr lang="en-US" dirty="0"/>
          </a:p>
        </p:txBody>
      </p:sp>
      <p:pic>
        <p:nvPicPr>
          <p:cNvPr id="3" name="Picture 2"/>
          <p:cNvPicPr>
            <a:picLocks noChangeAspect="1"/>
          </p:cNvPicPr>
          <p:nvPr/>
        </p:nvPicPr>
        <p:blipFill>
          <a:blip r:embed="rId3"/>
          <a:stretch>
            <a:fillRect/>
          </a:stretch>
        </p:blipFill>
        <p:spPr>
          <a:xfrm>
            <a:off x="358341" y="497144"/>
            <a:ext cx="11401425" cy="3543300"/>
          </a:xfrm>
          <a:prstGeom prst="rect">
            <a:avLst/>
          </a:prstGeom>
        </p:spPr>
      </p:pic>
    </p:spTree>
    <p:extLst>
      <p:ext uri="{BB962C8B-B14F-4D97-AF65-F5344CB8AC3E}">
        <p14:creationId xmlns:p14="http://schemas.microsoft.com/office/powerpoint/2010/main" val="65249686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98EE3D-8CD1-4C3F-BD1C-C98C9596463C}" type="slidenum">
              <a:rPr lang="en-US" smtClean="0"/>
              <a:t>38</a:t>
            </a:fld>
            <a:endParaRPr lang="en-US" dirty="0"/>
          </a:p>
        </p:txBody>
      </p:sp>
      <p:pic>
        <p:nvPicPr>
          <p:cNvPr id="3" name="Picture 2"/>
          <p:cNvPicPr>
            <a:picLocks noChangeAspect="1"/>
          </p:cNvPicPr>
          <p:nvPr/>
        </p:nvPicPr>
        <p:blipFill>
          <a:blip r:embed="rId2"/>
          <a:stretch>
            <a:fillRect/>
          </a:stretch>
        </p:blipFill>
        <p:spPr>
          <a:xfrm>
            <a:off x="402938" y="190808"/>
            <a:ext cx="1028700" cy="400050"/>
          </a:xfrm>
          <a:prstGeom prst="rect">
            <a:avLst/>
          </a:prstGeom>
        </p:spPr>
      </p:pic>
      <p:cxnSp>
        <p:nvCxnSpPr>
          <p:cNvPr id="8" name="Straight Connector 7"/>
          <p:cNvCxnSpPr/>
          <p:nvPr/>
        </p:nvCxnSpPr>
        <p:spPr>
          <a:xfrm>
            <a:off x="258618" y="590858"/>
            <a:ext cx="11730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3"/>
          <a:stretch>
            <a:fillRect/>
          </a:stretch>
        </p:blipFill>
        <p:spPr>
          <a:xfrm>
            <a:off x="438150" y="731889"/>
            <a:ext cx="10915650" cy="5905500"/>
          </a:xfrm>
          <a:prstGeom prst="rect">
            <a:avLst/>
          </a:prstGeom>
        </p:spPr>
      </p:pic>
    </p:spTree>
    <p:extLst>
      <p:ext uri="{BB962C8B-B14F-4D97-AF65-F5344CB8AC3E}">
        <p14:creationId xmlns:p14="http://schemas.microsoft.com/office/powerpoint/2010/main" val="312553582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6533" y="6276176"/>
            <a:ext cx="11416146" cy="369332"/>
          </a:xfrm>
          <a:prstGeom prst="rect">
            <a:avLst/>
          </a:prstGeom>
        </p:spPr>
        <p:txBody>
          <a:bodyPr wrap="square">
            <a:spAutoFit/>
          </a:bodyPr>
          <a:lstStyle/>
          <a:p>
            <a:pPr algn="ctr"/>
            <a:r>
              <a:rPr lang="en-US" b="1" i="1" dirty="0" smtClean="0">
                <a:solidFill>
                  <a:srgbClr val="C00000"/>
                </a:solidFill>
              </a:rPr>
              <a:t>School of Computing and Information Technology, Eastern International University (EIU) - Vietnam </a:t>
            </a:r>
            <a:endParaRPr lang="en-US" dirty="0">
              <a:solidFill>
                <a:srgbClr val="C00000"/>
              </a:solidFill>
            </a:endParaRPr>
          </a:p>
        </p:txBody>
      </p:sp>
      <p:cxnSp>
        <p:nvCxnSpPr>
          <p:cNvPr id="6" name="Straight Connector 5"/>
          <p:cNvCxnSpPr/>
          <p:nvPr/>
        </p:nvCxnSpPr>
        <p:spPr>
          <a:xfrm>
            <a:off x="258618" y="6188364"/>
            <a:ext cx="116008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A98EE3D-8CD1-4C3F-BD1C-C98C9596463C}" type="slidenum">
              <a:rPr lang="en-US" smtClean="0"/>
              <a:t>39</a:t>
            </a:fld>
            <a:endParaRPr lang="en-US" dirty="0"/>
          </a:p>
        </p:txBody>
      </p:sp>
      <p:pic>
        <p:nvPicPr>
          <p:cNvPr id="3" name="Picture 2"/>
          <p:cNvPicPr>
            <a:picLocks noChangeAspect="1"/>
          </p:cNvPicPr>
          <p:nvPr/>
        </p:nvPicPr>
        <p:blipFill>
          <a:blip r:embed="rId2"/>
          <a:stretch>
            <a:fillRect/>
          </a:stretch>
        </p:blipFill>
        <p:spPr>
          <a:xfrm>
            <a:off x="369324" y="304339"/>
            <a:ext cx="1562100" cy="428625"/>
          </a:xfrm>
          <a:prstGeom prst="rect">
            <a:avLst/>
          </a:prstGeom>
        </p:spPr>
      </p:pic>
      <p:cxnSp>
        <p:nvCxnSpPr>
          <p:cNvPr id="8" name="Straight Connector 7"/>
          <p:cNvCxnSpPr/>
          <p:nvPr/>
        </p:nvCxnSpPr>
        <p:spPr>
          <a:xfrm>
            <a:off x="369324" y="732964"/>
            <a:ext cx="1562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stretch>
            <a:fillRect/>
          </a:stretch>
        </p:blipFill>
        <p:spPr>
          <a:xfrm>
            <a:off x="668206" y="942206"/>
            <a:ext cx="10972800" cy="4619625"/>
          </a:xfrm>
          <a:prstGeom prst="rect">
            <a:avLst/>
          </a:prstGeom>
        </p:spPr>
      </p:pic>
    </p:spTree>
    <p:extLst>
      <p:ext uri="{BB962C8B-B14F-4D97-AF65-F5344CB8AC3E}">
        <p14:creationId xmlns:p14="http://schemas.microsoft.com/office/powerpoint/2010/main" val="3281202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464</Words>
  <Application>Microsoft Office PowerPoint</Application>
  <PresentationFormat>Widescreen</PresentationFormat>
  <Paragraphs>65</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2026-02-23T08:17:23Z</dcterms:created>
  <dcterms:modified xsi:type="dcterms:W3CDTF">2026-05-25T06:14:11Z</dcterms:modified>
</cp:coreProperties>
</file>