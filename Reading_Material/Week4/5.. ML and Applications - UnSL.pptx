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63" r:id="rId1"/>
  </p:sldMasterIdLst>
  <p:notesMasterIdLst>
    <p:notesMasterId r:id="rId45"/>
  </p:notesMasterIdLst>
  <p:sldIdLst>
    <p:sldId id="582" r:id="rId2"/>
    <p:sldId id="581" r:id="rId3"/>
    <p:sldId id="561" r:id="rId4"/>
    <p:sldId id="583" r:id="rId5"/>
    <p:sldId id="584" r:id="rId6"/>
    <p:sldId id="589" r:id="rId7"/>
    <p:sldId id="590" r:id="rId8"/>
    <p:sldId id="596" r:id="rId9"/>
    <p:sldId id="601" r:id="rId10"/>
    <p:sldId id="602" r:id="rId11"/>
    <p:sldId id="607" r:id="rId12"/>
    <p:sldId id="608" r:id="rId13"/>
    <p:sldId id="609" r:id="rId14"/>
    <p:sldId id="610" r:id="rId15"/>
    <p:sldId id="611" r:id="rId16"/>
    <p:sldId id="612" r:id="rId17"/>
    <p:sldId id="603" r:id="rId18"/>
    <p:sldId id="604" r:id="rId19"/>
    <p:sldId id="627" r:id="rId20"/>
    <p:sldId id="628" r:id="rId21"/>
    <p:sldId id="629" r:id="rId22"/>
    <p:sldId id="630" r:id="rId23"/>
    <p:sldId id="631" r:id="rId24"/>
    <p:sldId id="632" r:id="rId25"/>
    <p:sldId id="633" r:id="rId26"/>
    <p:sldId id="605" r:id="rId27"/>
    <p:sldId id="606" r:id="rId28"/>
    <p:sldId id="597" r:id="rId29"/>
    <p:sldId id="598" r:id="rId30"/>
    <p:sldId id="599" r:id="rId31"/>
    <p:sldId id="634" r:id="rId32"/>
    <p:sldId id="635" r:id="rId33"/>
    <p:sldId id="636" r:id="rId34"/>
    <p:sldId id="637" r:id="rId35"/>
    <p:sldId id="638" r:id="rId36"/>
    <p:sldId id="639" r:id="rId37"/>
    <p:sldId id="600" r:id="rId38"/>
    <p:sldId id="591" r:id="rId39"/>
    <p:sldId id="592" r:id="rId40"/>
    <p:sldId id="593" r:id="rId41"/>
    <p:sldId id="594" r:id="rId42"/>
    <p:sldId id="585" r:id="rId43"/>
    <p:sldId id="586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D4E146-14FC-4E09-9546-4F0F5132D778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54836-EBA3-40B9-B00E-F6B8AC212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0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A6893-4CBE-412C-B561-5790D47B1C83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245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914A-F094-43BB-BE7A-015BC228E09B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37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92FF5-19E4-413E-8A73-14EEF92E44C7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901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A080-DA7A-4289-85A0-B9CB2D1A11CC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349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F0E38-B752-4B49-9B3D-85AF72208E1F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722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2CA42-D212-4D9E-A3A7-D5C7AF86BFC3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165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24F5-7B06-4A93-AE94-91DB33B85653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659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5451-8AE7-4958-968E-27D7C2483143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533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C83CA-A696-4D68-9465-413F61B2F973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216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2326-EDFE-4CED-A193-22C7E1BADFA1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966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A941-1F76-42E4-B0A0-70393C2C90F8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315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42845-2C23-4C44-871C-4B662F12C8C3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427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126.png"/><Relationship Id="rId7" Type="http://schemas.openxmlformats.org/officeDocument/2006/relationships/image" Target="../media/image130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Relationship Id="rId9" Type="http://schemas.openxmlformats.org/officeDocument/2006/relationships/image" Target="../media/image1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7" Type="http://schemas.openxmlformats.org/officeDocument/2006/relationships/image" Target="../media/image140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9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3" Type="http://schemas.openxmlformats.org/officeDocument/2006/relationships/image" Target="../media/image151.png"/><Relationship Id="rId7" Type="http://schemas.openxmlformats.org/officeDocument/2006/relationships/image" Target="../media/image155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png"/><Relationship Id="rId5" Type="http://schemas.openxmlformats.org/officeDocument/2006/relationships/image" Target="../media/image153.png"/><Relationship Id="rId10" Type="http://schemas.openxmlformats.org/officeDocument/2006/relationships/image" Target="../media/image158.png"/><Relationship Id="rId4" Type="http://schemas.openxmlformats.org/officeDocument/2006/relationships/image" Target="../media/image152.png"/><Relationship Id="rId9" Type="http://schemas.openxmlformats.org/officeDocument/2006/relationships/image" Target="../media/image15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3" Type="http://schemas.openxmlformats.org/officeDocument/2006/relationships/image" Target="../media/image160.png"/><Relationship Id="rId7" Type="http://schemas.openxmlformats.org/officeDocument/2006/relationships/image" Target="../media/image164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3.png"/><Relationship Id="rId5" Type="http://schemas.openxmlformats.org/officeDocument/2006/relationships/image" Target="../media/image162.png"/><Relationship Id="rId4" Type="http://schemas.openxmlformats.org/officeDocument/2006/relationships/image" Target="../media/image16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3" Type="http://schemas.openxmlformats.org/officeDocument/2006/relationships/image" Target="../media/image167.png"/><Relationship Id="rId7" Type="http://schemas.openxmlformats.org/officeDocument/2006/relationships/image" Target="../media/image171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69.png"/><Relationship Id="rId4" Type="http://schemas.openxmlformats.org/officeDocument/2006/relationships/image" Target="../media/image16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7" Type="http://schemas.openxmlformats.org/officeDocument/2006/relationships/image" Target="../media/image178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7.png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3.png"/><Relationship Id="rId5" Type="http://schemas.openxmlformats.org/officeDocument/2006/relationships/image" Target="../media/image182.png"/><Relationship Id="rId4" Type="http://schemas.openxmlformats.org/officeDocument/2006/relationships/image" Target="../media/image18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611" y="669636"/>
            <a:ext cx="10144125" cy="5048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2964" y="2765270"/>
            <a:ext cx="1285875" cy="1600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8839" y="3138321"/>
            <a:ext cx="4972050" cy="68580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3168073" y="3743325"/>
            <a:ext cx="48928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355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4802915" y="1818513"/>
            <a:ext cx="0" cy="29429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561" y="620284"/>
            <a:ext cx="10163175" cy="533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1866" y="2622711"/>
            <a:ext cx="5181600" cy="4667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9408" y="2355831"/>
            <a:ext cx="2971800" cy="12858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1866" y="2011025"/>
            <a:ext cx="5686425" cy="52387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1866" y="4183206"/>
            <a:ext cx="5181600" cy="57825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1866" y="3710736"/>
            <a:ext cx="2702789" cy="4522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1866" y="3151827"/>
            <a:ext cx="3404752" cy="47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410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404" y="664873"/>
            <a:ext cx="2019300" cy="46672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5049404" y="1076182"/>
            <a:ext cx="193328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19" y="1279336"/>
            <a:ext cx="11352192" cy="16337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533" y="3116200"/>
            <a:ext cx="11412958" cy="119745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6854" y="4108875"/>
            <a:ext cx="6743700" cy="1533389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3583709" y="4108875"/>
            <a:ext cx="0" cy="15333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377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1599755"/>
            <a:ext cx="11600873" cy="314880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827" y="757181"/>
            <a:ext cx="9795146" cy="7575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199" y="4813984"/>
            <a:ext cx="9795146" cy="123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147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827" y="757181"/>
            <a:ext cx="9795146" cy="7575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107" y="1635770"/>
            <a:ext cx="7570342" cy="331943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827" y="4987599"/>
            <a:ext cx="9795146" cy="123084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839043" y="1635770"/>
            <a:ext cx="0" cy="3176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506" y="1635770"/>
            <a:ext cx="1196641" cy="129814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4531" y="2252965"/>
            <a:ext cx="1124449" cy="120852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4764" y="3534928"/>
            <a:ext cx="1083225" cy="136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76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20" y="179381"/>
            <a:ext cx="11720944" cy="11049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20" y="179381"/>
            <a:ext cx="5390849" cy="464869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360220" y="644250"/>
            <a:ext cx="53908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20" y="731831"/>
            <a:ext cx="9513453" cy="41588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379" y="1145741"/>
            <a:ext cx="10000240" cy="5541769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>
            <a:off x="4331855" y="1284281"/>
            <a:ext cx="0" cy="5814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331855" y="2022764"/>
            <a:ext cx="0" cy="8682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331855" y="3066473"/>
            <a:ext cx="0" cy="9513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331855" y="4257964"/>
            <a:ext cx="0" cy="11822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4331855" y="5615709"/>
            <a:ext cx="0" cy="9790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106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931" y="588160"/>
            <a:ext cx="5467350" cy="4191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352800" y="1007260"/>
            <a:ext cx="54402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59" y="1154223"/>
            <a:ext cx="11412958" cy="251822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413" y="4658627"/>
            <a:ext cx="6595210" cy="152002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75" y="3706001"/>
            <a:ext cx="5302487" cy="2648726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5437662" y="4533499"/>
            <a:ext cx="0" cy="1982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5781" y="6423914"/>
            <a:ext cx="2607644" cy="29785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1899" y="6354727"/>
            <a:ext cx="3215410" cy="31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375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719715"/>
            <a:ext cx="5289249" cy="419656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80292" y="1136076"/>
            <a:ext cx="52462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93" y="1323838"/>
            <a:ext cx="8469744" cy="43295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92" y="1889457"/>
            <a:ext cx="3306617" cy="39384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8884" y="2036619"/>
            <a:ext cx="6208979" cy="3856182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5634182" y="1874982"/>
            <a:ext cx="0" cy="41887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866" y="2415957"/>
            <a:ext cx="5208428" cy="1980551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298" y="4163576"/>
            <a:ext cx="3772241" cy="251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229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184" y="1431417"/>
            <a:ext cx="6345379" cy="35995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48" y="955746"/>
            <a:ext cx="3922425" cy="4529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18" y="1656758"/>
            <a:ext cx="5080000" cy="2446242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5486401" y="1362145"/>
            <a:ext cx="0" cy="38286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267" y="4103000"/>
            <a:ext cx="4664073" cy="232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339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685" y="803564"/>
            <a:ext cx="6043047" cy="5074371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5745019" y="741550"/>
            <a:ext cx="0" cy="52739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418" y="803565"/>
            <a:ext cx="3837855" cy="43592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143" y="1295732"/>
            <a:ext cx="4864966" cy="350486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344" y="4856841"/>
            <a:ext cx="4846469" cy="163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621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733425"/>
            <a:ext cx="5806485" cy="431293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164718"/>
            <a:ext cx="57233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589" y="1312456"/>
            <a:ext cx="6751221" cy="474719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298" y="1252528"/>
            <a:ext cx="4275175" cy="1187549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4767226" y="1312456"/>
            <a:ext cx="0" cy="4747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638" y="2527886"/>
            <a:ext cx="3900493" cy="350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243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797213"/>
            <a:ext cx="2001103" cy="4982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276941"/>
            <a:ext cx="19087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5" y="699655"/>
            <a:ext cx="8803389" cy="281708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4196225"/>
            <a:ext cx="1908740" cy="481484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446533" y="4677709"/>
            <a:ext cx="18256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9239" y="3747796"/>
            <a:ext cx="9462977" cy="2676118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>
          <a:xfrm>
            <a:off x="2872509" y="699655"/>
            <a:ext cx="0" cy="2817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456869" y="3747796"/>
            <a:ext cx="0" cy="27546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402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806738"/>
            <a:ext cx="3724275" cy="5524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359188"/>
            <a:ext cx="36544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6828" y="4122219"/>
            <a:ext cx="1879694" cy="181638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290" y="3996662"/>
            <a:ext cx="3193527" cy="208273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1585" y="4159087"/>
            <a:ext cx="1862097" cy="182310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676" y="1602642"/>
            <a:ext cx="10811451" cy="83299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8375" y="2406018"/>
            <a:ext cx="10290752" cy="162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970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719426"/>
            <a:ext cx="4476449" cy="4069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517236" y="1126376"/>
            <a:ext cx="44057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4" y="1428028"/>
            <a:ext cx="11412958" cy="108205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2811739"/>
            <a:ext cx="11412958" cy="73914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2766" y="3638690"/>
            <a:ext cx="10525125" cy="224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550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53" y="1443791"/>
            <a:ext cx="3685308" cy="18217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8" y="3463586"/>
            <a:ext cx="3694544" cy="18261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6828" y="3463587"/>
            <a:ext cx="3685310" cy="18282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6827" y="1443791"/>
            <a:ext cx="3685310" cy="18217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7139" y="558939"/>
            <a:ext cx="2619375" cy="5238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9695" y="820876"/>
            <a:ext cx="3611418" cy="5341391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>
            <a:off x="2827139" y="1036634"/>
            <a:ext cx="26193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647" y="5487826"/>
            <a:ext cx="7733382" cy="658160"/>
          </a:xfrm>
          <a:prstGeom prst="rect">
            <a:avLst/>
          </a:prstGeom>
        </p:spPr>
      </p:pic>
      <p:cxnSp>
        <p:nvCxnSpPr>
          <p:cNvPr id="19" name="Straight Connector 18"/>
          <p:cNvCxnSpPr/>
          <p:nvPr/>
        </p:nvCxnSpPr>
        <p:spPr>
          <a:xfrm>
            <a:off x="8007927" y="820876"/>
            <a:ext cx="0" cy="56030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048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682193"/>
            <a:ext cx="4236303" cy="412768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446533" y="1094961"/>
            <a:ext cx="415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657" y="1179964"/>
            <a:ext cx="8897643" cy="560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549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073" y="741071"/>
            <a:ext cx="8433666" cy="553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230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760557"/>
            <a:ext cx="5455503" cy="452674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213231"/>
            <a:ext cx="54555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38" y="1301043"/>
            <a:ext cx="5957453" cy="40638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39" y="1759239"/>
            <a:ext cx="10298508" cy="393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950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187325"/>
            <a:ext cx="8277225" cy="5905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258618" y="768639"/>
            <a:ext cx="82772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50" y="999550"/>
            <a:ext cx="11617441" cy="102321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797" y="1823812"/>
            <a:ext cx="3197802" cy="22129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816" y="4239539"/>
            <a:ext cx="4135014" cy="22129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4339" y="4239539"/>
            <a:ext cx="5305260" cy="22129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163" y="2207058"/>
            <a:ext cx="6259946" cy="172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6958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20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209" y="677141"/>
            <a:ext cx="6892781" cy="497594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14" y="281992"/>
            <a:ext cx="4817194" cy="3251200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5164209" y="526473"/>
            <a:ext cx="0" cy="5486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3663996"/>
            <a:ext cx="4430267" cy="221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5635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38" y="267709"/>
            <a:ext cx="2041235" cy="40168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212438" y="669398"/>
            <a:ext cx="20412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854" y="341600"/>
            <a:ext cx="6889536" cy="588370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270" y="1516843"/>
            <a:ext cx="4229966" cy="34709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0446" y="5091112"/>
            <a:ext cx="1511118" cy="38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1247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821" y="197428"/>
            <a:ext cx="4897569" cy="446684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705821" y="644112"/>
            <a:ext cx="48975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38" y="1230529"/>
            <a:ext cx="6080125" cy="39579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1406" y="1019358"/>
            <a:ext cx="3272558" cy="81814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6991927" y="1019358"/>
            <a:ext cx="0" cy="8925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438" y="2423626"/>
            <a:ext cx="4950689" cy="433470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446533" y="2857096"/>
            <a:ext cx="47165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9964" y="3020805"/>
            <a:ext cx="5445702" cy="26915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61" y="3155275"/>
            <a:ext cx="5316958" cy="2422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425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512" y="734581"/>
            <a:ext cx="10086975" cy="53149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8" y="171684"/>
            <a:ext cx="6483927" cy="433312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258618" y="577288"/>
            <a:ext cx="64839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2074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143164"/>
            <a:ext cx="4177140" cy="374072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554182" y="517236"/>
            <a:ext cx="38815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779" y="2260658"/>
            <a:ext cx="5412509" cy="37607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18" y="749589"/>
            <a:ext cx="11314546" cy="1090755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6631779" y="2636732"/>
            <a:ext cx="52924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3467" y="2909238"/>
            <a:ext cx="5306169" cy="26469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089" y="2016274"/>
            <a:ext cx="6173323" cy="4340076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>
          <a:xfrm>
            <a:off x="6505412" y="2016274"/>
            <a:ext cx="0" cy="43400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3005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327314"/>
            <a:ext cx="3931503" cy="39014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717463"/>
            <a:ext cx="39315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42" y="869979"/>
            <a:ext cx="10341540" cy="147507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442" y="2377446"/>
            <a:ext cx="6426203" cy="289652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173" y="2234219"/>
            <a:ext cx="4633122" cy="288514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2830" y="5394036"/>
            <a:ext cx="8435121" cy="141829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660" y="5306363"/>
            <a:ext cx="1169831" cy="1414501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>
          <a:xfrm>
            <a:off x="2257414" y="5306363"/>
            <a:ext cx="0" cy="14145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1904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768927"/>
            <a:ext cx="9896475" cy="609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544945" y="1378527"/>
            <a:ext cx="96242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45" y="1802245"/>
            <a:ext cx="11065865" cy="172025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793" y="3522499"/>
            <a:ext cx="5720956" cy="190381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693" y="3610310"/>
            <a:ext cx="5441100" cy="1719072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>
            <a:off x="6077877" y="3522499"/>
            <a:ext cx="0" cy="20932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9687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4" y="779896"/>
            <a:ext cx="4060812" cy="400687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180583"/>
            <a:ext cx="40608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497" y="1328321"/>
            <a:ext cx="11080449" cy="379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7933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250" y="3082382"/>
            <a:ext cx="5285923" cy="26209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718848"/>
            <a:ext cx="4153176" cy="467629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446533" y="1177241"/>
            <a:ext cx="40792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424" y="1428111"/>
            <a:ext cx="11339067" cy="150653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533" y="3419663"/>
            <a:ext cx="5704885" cy="134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935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29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769473"/>
            <a:ext cx="4467212" cy="438130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446533" y="1207603"/>
            <a:ext cx="44672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388" y="1394714"/>
            <a:ext cx="11172104" cy="417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176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4" y="704850"/>
            <a:ext cx="8817540" cy="47533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180189"/>
            <a:ext cx="881754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243" y="1404748"/>
            <a:ext cx="6237312" cy="49452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1581006"/>
            <a:ext cx="4282485" cy="367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183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31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151" y="2031199"/>
            <a:ext cx="3846703" cy="19952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917" y="2031199"/>
            <a:ext cx="3846703" cy="19952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151" y="4186580"/>
            <a:ext cx="3846703" cy="21697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917" y="4186580"/>
            <a:ext cx="3854506" cy="21697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533" y="289791"/>
            <a:ext cx="3400425" cy="533400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>
          <a:xfrm>
            <a:off x="446533" y="823191"/>
            <a:ext cx="3400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9416" y="289791"/>
            <a:ext cx="7190494" cy="1521374"/>
          </a:xfrm>
          <a:prstGeom prst="rect">
            <a:avLst/>
          </a:prstGeom>
        </p:spPr>
      </p:pic>
      <p:cxnSp>
        <p:nvCxnSpPr>
          <p:cNvPr id="18" name="Straight Arrow Connector 17"/>
          <p:cNvCxnSpPr/>
          <p:nvPr/>
        </p:nvCxnSpPr>
        <p:spPr>
          <a:xfrm>
            <a:off x="6368472" y="2808063"/>
            <a:ext cx="914400" cy="91440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089416" y="193964"/>
            <a:ext cx="0" cy="16172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131" y="2808063"/>
            <a:ext cx="2933777" cy="294530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9801" y="5753367"/>
            <a:ext cx="1404435" cy="394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912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32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045" y="423615"/>
            <a:ext cx="5867400" cy="53149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0692" y="1480529"/>
            <a:ext cx="4154265" cy="3201122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7305966" y="1330036"/>
            <a:ext cx="0" cy="36483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5779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299316"/>
            <a:ext cx="5594049" cy="450864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750180"/>
            <a:ext cx="55201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927105"/>
            <a:ext cx="11108158" cy="48674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1452223"/>
            <a:ext cx="4171649" cy="39253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533" y="4034688"/>
            <a:ext cx="4014631" cy="3819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782" y="1949475"/>
            <a:ext cx="10658909" cy="191584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782" y="4568821"/>
            <a:ext cx="10658909" cy="168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044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2" y="835310"/>
            <a:ext cx="4693891" cy="4208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2" y="3488347"/>
            <a:ext cx="4171650" cy="39185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535" y="1352413"/>
            <a:ext cx="11107541" cy="181565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535" y="4055123"/>
            <a:ext cx="9791701" cy="83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654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304366"/>
            <a:ext cx="4642703" cy="37643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680801"/>
            <a:ext cx="45595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91" y="947882"/>
            <a:ext cx="11083295" cy="506499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290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9" y="221816"/>
            <a:ext cx="4664364" cy="33778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258618" y="559605"/>
            <a:ext cx="45627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8" y="897394"/>
            <a:ext cx="10631055" cy="41352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72" y="1385454"/>
            <a:ext cx="10984346" cy="453443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5023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783503"/>
            <a:ext cx="6924675" cy="56197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345478"/>
            <a:ext cx="69246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94" y="1493404"/>
            <a:ext cx="6064815" cy="218632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3089" y="1597876"/>
            <a:ext cx="1989749" cy="214816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0690" y="1597877"/>
            <a:ext cx="1986521" cy="215259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447" y="3679734"/>
            <a:ext cx="6048462" cy="73891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9470592" y="2367027"/>
            <a:ext cx="383524" cy="60986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5891" y="4237677"/>
            <a:ext cx="2428875" cy="3619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271" y="4672901"/>
            <a:ext cx="11138911" cy="1724789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7675418" y="4591261"/>
            <a:ext cx="25030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81962" y="1256696"/>
            <a:ext cx="3343275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8385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710190"/>
            <a:ext cx="5667940" cy="386291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096481"/>
            <a:ext cx="56679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8" y="1363374"/>
            <a:ext cx="11600873" cy="107531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18" y="2704617"/>
            <a:ext cx="3537527" cy="420598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>
            <a:off x="258618" y="3125215"/>
            <a:ext cx="35375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533" y="3307696"/>
            <a:ext cx="6951794" cy="115347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1530" y="3426980"/>
            <a:ext cx="3078786" cy="738909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7499928" y="3348615"/>
            <a:ext cx="0" cy="8956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4898" y="4907829"/>
            <a:ext cx="1733550" cy="69532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8066" y="4497493"/>
            <a:ext cx="7941425" cy="1460244"/>
          </a:xfrm>
          <a:prstGeom prst="rect">
            <a:avLst/>
          </a:prstGeom>
        </p:spPr>
      </p:pic>
      <p:cxnSp>
        <p:nvCxnSpPr>
          <p:cNvPr id="22" name="Straight Connector 21"/>
          <p:cNvCxnSpPr/>
          <p:nvPr/>
        </p:nvCxnSpPr>
        <p:spPr>
          <a:xfrm>
            <a:off x="3796145" y="4497493"/>
            <a:ext cx="0" cy="13953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0664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83" y="825788"/>
            <a:ext cx="4049136" cy="384277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00353" y="1210065"/>
            <a:ext cx="39776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353" y="1357803"/>
            <a:ext cx="10637103" cy="91008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38" y="2415622"/>
            <a:ext cx="4924425" cy="8286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9054" y="2267885"/>
            <a:ext cx="5600988" cy="127680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5975927" y="2267885"/>
            <a:ext cx="0" cy="11957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883" y="3561835"/>
            <a:ext cx="6339753" cy="35616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353" y="4313897"/>
            <a:ext cx="4421029" cy="382242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>
            <a:off x="400353" y="4696139"/>
            <a:ext cx="44210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353" y="4918964"/>
            <a:ext cx="9907429" cy="1225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41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861723"/>
            <a:ext cx="10701758" cy="80005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6348" y="1830942"/>
            <a:ext cx="1695450" cy="5524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08" y="2703715"/>
            <a:ext cx="10252647" cy="183256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533" y="4788554"/>
            <a:ext cx="5523628" cy="396061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446533" y="5177217"/>
            <a:ext cx="55236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533" y="1830942"/>
            <a:ext cx="7552158" cy="784962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>
          <a:xfrm>
            <a:off x="8257309" y="1661774"/>
            <a:ext cx="0" cy="954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309" y="5247622"/>
            <a:ext cx="10867863" cy="157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677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567" y="689611"/>
            <a:ext cx="5779846" cy="28555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127" y="3650954"/>
            <a:ext cx="5038725" cy="5810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32" y="2292186"/>
            <a:ext cx="4750734" cy="181621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275" y="4415886"/>
            <a:ext cx="10596584" cy="222031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432" y="1089052"/>
            <a:ext cx="4113424" cy="112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1053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876734"/>
            <a:ext cx="6203649" cy="38590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262642"/>
            <a:ext cx="62036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18" y="1805895"/>
            <a:ext cx="7121523" cy="353272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948" y="1513081"/>
            <a:ext cx="3355543" cy="382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20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699511"/>
            <a:ext cx="6693176" cy="478084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177595"/>
            <a:ext cx="669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596" y="1381557"/>
            <a:ext cx="6522749" cy="531786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5964" y="1568161"/>
            <a:ext cx="3418591" cy="421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463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388</Words>
  <Application>Microsoft Office PowerPoint</Application>
  <PresentationFormat>Widescreen</PresentationFormat>
  <Paragraphs>66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2026-02-23T08:17:23Z</dcterms:created>
  <dcterms:modified xsi:type="dcterms:W3CDTF">2026-04-08T05:00:53Z</dcterms:modified>
</cp:coreProperties>
</file>