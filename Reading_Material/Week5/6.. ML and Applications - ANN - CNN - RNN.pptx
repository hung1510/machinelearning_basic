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63" r:id="rId1"/>
  </p:sldMasterIdLst>
  <p:notesMasterIdLst>
    <p:notesMasterId r:id="rId74"/>
  </p:notesMasterIdLst>
  <p:sldIdLst>
    <p:sldId id="689" r:id="rId2"/>
    <p:sldId id="640" r:id="rId3"/>
    <p:sldId id="690" r:id="rId4"/>
    <p:sldId id="641" r:id="rId5"/>
    <p:sldId id="642" r:id="rId6"/>
    <p:sldId id="647" r:id="rId7"/>
    <p:sldId id="692" r:id="rId8"/>
    <p:sldId id="693" r:id="rId9"/>
    <p:sldId id="694" r:id="rId10"/>
    <p:sldId id="695" r:id="rId11"/>
    <p:sldId id="699" r:id="rId12"/>
    <p:sldId id="697" r:id="rId13"/>
    <p:sldId id="698" r:id="rId14"/>
    <p:sldId id="696" r:id="rId15"/>
    <p:sldId id="703" r:id="rId16"/>
    <p:sldId id="654" r:id="rId17"/>
    <p:sldId id="655" r:id="rId18"/>
    <p:sldId id="656" r:id="rId19"/>
    <p:sldId id="691" r:id="rId20"/>
    <p:sldId id="657" r:id="rId21"/>
    <p:sldId id="661" r:id="rId22"/>
    <p:sldId id="663" r:id="rId23"/>
    <p:sldId id="730" r:id="rId24"/>
    <p:sldId id="731" r:id="rId25"/>
    <p:sldId id="732" r:id="rId26"/>
    <p:sldId id="664" r:id="rId27"/>
    <p:sldId id="704" r:id="rId28"/>
    <p:sldId id="705" r:id="rId29"/>
    <p:sldId id="706" r:id="rId30"/>
    <p:sldId id="707" r:id="rId31"/>
    <p:sldId id="708" r:id="rId32"/>
    <p:sldId id="717" r:id="rId33"/>
    <p:sldId id="718" r:id="rId34"/>
    <p:sldId id="719" r:id="rId35"/>
    <p:sldId id="720" r:id="rId36"/>
    <p:sldId id="721" r:id="rId37"/>
    <p:sldId id="722" r:id="rId38"/>
    <p:sldId id="723" r:id="rId39"/>
    <p:sldId id="724" r:id="rId40"/>
    <p:sldId id="725" r:id="rId41"/>
    <p:sldId id="726" r:id="rId42"/>
    <p:sldId id="727" r:id="rId43"/>
    <p:sldId id="728" r:id="rId44"/>
    <p:sldId id="729" r:id="rId45"/>
    <p:sldId id="733" r:id="rId46"/>
    <p:sldId id="736" r:id="rId47"/>
    <p:sldId id="734" r:id="rId48"/>
    <p:sldId id="735" r:id="rId49"/>
    <p:sldId id="737" r:id="rId50"/>
    <p:sldId id="738" r:id="rId51"/>
    <p:sldId id="739" r:id="rId52"/>
    <p:sldId id="740" r:id="rId53"/>
    <p:sldId id="741" r:id="rId54"/>
    <p:sldId id="742" r:id="rId55"/>
    <p:sldId id="743" r:id="rId56"/>
    <p:sldId id="744" r:id="rId57"/>
    <p:sldId id="745" r:id="rId58"/>
    <p:sldId id="746" r:id="rId59"/>
    <p:sldId id="747" r:id="rId60"/>
    <p:sldId id="748" r:id="rId61"/>
    <p:sldId id="750" r:id="rId62"/>
    <p:sldId id="749" r:id="rId63"/>
    <p:sldId id="751" r:id="rId64"/>
    <p:sldId id="752" r:id="rId65"/>
    <p:sldId id="753" r:id="rId66"/>
    <p:sldId id="754" r:id="rId67"/>
    <p:sldId id="755" r:id="rId68"/>
    <p:sldId id="756" r:id="rId69"/>
    <p:sldId id="757" r:id="rId70"/>
    <p:sldId id="758" r:id="rId71"/>
    <p:sldId id="759" r:id="rId72"/>
    <p:sldId id="760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D4E146-14FC-4E09-9546-4F0F5132D77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54836-EBA3-40B9-B00E-F6B8AC212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0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A6893-4CBE-412C-B561-5790D47B1C83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245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914A-F094-43BB-BE7A-015BC228E09B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37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92FF5-19E4-413E-8A73-14EEF92E44C7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901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A080-DA7A-4289-85A0-B9CB2D1A11CC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349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F0E38-B752-4B49-9B3D-85AF72208E1F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722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2CA42-D212-4D9E-A3A7-D5C7AF86BFC3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165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24F5-7B06-4A93-AE94-91DB33B85653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659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5451-8AE7-4958-968E-27D7C2483143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533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C83CA-A696-4D68-9465-413F61B2F973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216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2326-EDFE-4CED-A193-22C7E1BADFA1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966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A941-1F76-42E4-B0A0-70393C2C90F8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315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42845-2C23-4C44-871C-4B662F12C8C3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427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7" Type="http://schemas.openxmlformats.org/officeDocument/2006/relationships/image" Target="../media/image140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6.png"/><Relationship Id="rId4" Type="http://schemas.openxmlformats.org/officeDocument/2006/relationships/image" Target="../media/image14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7" Type="http://schemas.openxmlformats.org/officeDocument/2006/relationships/image" Target="../media/image157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1.png"/><Relationship Id="rId4" Type="http://schemas.openxmlformats.org/officeDocument/2006/relationships/image" Target="../media/image16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13" Type="http://schemas.openxmlformats.org/officeDocument/2006/relationships/image" Target="../media/image173.png"/><Relationship Id="rId3" Type="http://schemas.openxmlformats.org/officeDocument/2006/relationships/image" Target="../media/image163.png"/><Relationship Id="rId7" Type="http://schemas.openxmlformats.org/officeDocument/2006/relationships/image" Target="../media/image167.png"/><Relationship Id="rId12" Type="http://schemas.openxmlformats.org/officeDocument/2006/relationships/image" Target="../media/image172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.png"/><Relationship Id="rId11" Type="http://schemas.openxmlformats.org/officeDocument/2006/relationships/image" Target="../media/image171.png"/><Relationship Id="rId5" Type="http://schemas.openxmlformats.org/officeDocument/2006/relationships/image" Target="../media/image165.png"/><Relationship Id="rId10" Type="http://schemas.openxmlformats.org/officeDocument/2006/relationships/image" Target="../media/image170.png"/><Relationship Id="rId4" Type="http://schemas.openxmlformats.org/officeDocument/2006/relationships/image" Target="../media/image164.png"/><Relationship Id="rId9" Type="http://schemas.openxmlformats.org/officeDocument/2006/relationships/image" Target="../media/image16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175.png"/><Relationship Id="rId7" Type="http://schemas.openxmlformats.org/officeDocument/2006/relationships/image" Target="../media/image179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8.png"/><Relationship Id="rId11" Type="http://schemas.openxmlformats.org/officeDocument/2006/relationships/image" Target="../media/image183.png"/><Relationship Id="rId5" Type="http://schemas.openxmlformats.org/officeDocument/2006/relationships/image" Target="../media/image177.png"/><Relationship Id="rId10" Type="http://schemas.openxmlformats.org/officeDocument/2006/relationships/image" Target="../media/image182.png"/><Relationship Id="rId4" Type="http://schemas.openxmlformats.org/officeDocument/2006/relationships/image" Target="../media/image176.png"/><Relationship Id="rId9" Type="http://schemas.openxmlformats.org/officeDocument/2006/relationships/image" Target="../media/image18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7.png"/><Relationship Id="rId4" Type="http://schemas.openxmlformats.org/officeDocument/2006/relationships/image" Target="../media/image186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3" Type="http://schemas.openxmlformats.org/officeDocument/2006/relationships/image" Target="../media/image188.png"/><Relationship Id="rId7" Type="http://schemas.openxmlformats.org/officeDocument/2006/relationships/image" Target="../media/image192.png"/><Relationship Id="rId12" Type="http://schemas.openxmlformats.org/officeDocument/2006/relationships/image" Target="../media/image19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11" Type="http://schemas.openxmlformats.org/officeDocument/2006/relationships/image" Target="../media/image196.png"/><Relationship Id="rId5" Type="http://schemas.openxmlformats.org/officeDocument/2006/relationships/image" Target="../media/image190.png"/><Relationship Id="rId10" Type="http://schemas.openxmlformats.org/officeDocument/2006/relationships/image" Target="../media/image195.png"/><Relationship Id="rId4" Type="http://schemas.openxmlformats.org/officeDocument/2006/relationships/image" Target="../media/image189.png"/><Relationship Id="rId9" Type="http://schemas.openxmlformats.org/officeDocument/2006/relationships/image" Target="../media/image194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3" Type="http://schemas.openxmlformats.org/officeDocument/2006/relationships/image" Target="../media/image199.png"/><Relationship Id="rId7" Type="http://schemas.openxmlformats.org/officeDocument/2006/relationships/image" Target="../media/image203.png"/><Relationship Id="rId12" Type="http://schemas.openxmlformats.org/officeDocument/2006/relationships/image" Target="../media/image208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2.png"/><Relationship Id="rId11" Type="http://schemas.openxmlformats.org/officeDocument/2006/relationships/image" Target="../media/image207.png"/><Relationship Id="rId5" Type="http://schemas.openxmlformats.org/officeDocument/2006/relationships/image" Target="../media/image201.png"/><Relationship Id="rId10" Type="http://schemas.openxmlformats.org/officeDocument/2006/relationships/image" Target="../media/image206.png"/><Relationship Id="rId4" Type="http://schemas.openxmlformats.org/officeDocument/2006/relationships/image" Target="../media/image200.png"/><Relationship Id="rId9" Type="http://schemas.openxmlformats.org/officeDocument/2006/relationships/image" Target="../media/image205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png"/><Relationship Id="rId3" Type="http://schemas.openxmlformats.org/officeDocument/2006/relationships/image" Target="../media/image210.png"/><Relationship Id="rId7" Type="http://schemas.openxmlformats.org/officeDocument/2006/relationships/image" Target="../media/image214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3.png"/><Relationship Id="rId11" Type="http://schemas.openxmlformats.org/officeDocument/2006/relationships/image" Target="../media/image218.png"/><Relationship Id="rId5" Type="http://schemas.openxmlformats.org/officeDocument/2006/relationships/image" Target="../media/image212.png"/><Relationship Id="rId10" Type="http://schemas.openxmlformats.org/officeDocument/2006/relationships/image" Target="../media/image217.png"/><Relationship Id="rId4" Type="http://schemas.openxmlformats.org/officeDocument/2006/relationships/image" Target="../media/image211.png"/><Relationship Id="rId9" Type="http://schemas.openxmlformats.org/officeDocument/2006/relationships/image" Target="../media/image216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png"/><Relationship Id="rId3" Type="http://schemas.openxmlformats.org/officeDocument/2006/relationships/image" Target="../media/image219.png"/><Relationship Id="rId7" Type="http://schemas.openxmlformats.org/officeDocument/2006/relationships/image" Target="../media/image2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2.png"/><Relationship Id="rId5" Type="http://schemas.openxmlformats.org/officeDocument/2006/relationships/image" Target="../media/image221.png"/><Relationship Id="rId4" Type="http://schemas.openxmlformats.org/officeDocument/2006/relationships/image" Target="../media/image22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0.png"/><Relationship Id="rId4" Type="http://schemas.openxmlformats.org/officeDocument/2006/relationships/image" Target="../media/image22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png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3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4.png"/><Relationship Id="rId4" Type="http://schemas.openxmlformats.org/officeDocument/2006/relationships/image" Target="../media/image24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png"/><Relationship Id="rId2" Type="http://schemas.openxmlformats.org/officeDocument/2006/relationships/image" Target="../media/image2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1.png"/><Relationship Id="rId4" Type="http://schemas.openxmlformats.org/officeDocument/2006/relationships/image" Target="../media/image250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png"/><Relationship Id="rId3" Type="http://schemas.openxmlformats.org/officeDocument/2006/relationships/image" Target="../media/image253.png"/><Relationship Id="rId7" Type="http://schemas.openxmlformats.org/officeDocument/2006/relationships/image" Target="../media/image257.png"/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6.png"/><Relationship Id="rId11" Type="http://schemas.openxmlformats.org/officeDocument/2006/relationships/image" Target="../media/image261.png"/><Relationship Id="rId5" Type="http://schemas.openxmlformats.org/officeDocument/2006/relationships/image" Target="../media/image255.png"/><Relationship Id="rId10" Type="http://schemas.openxmlformats.org/officeDocument/2006/relationships/image" Target="../media/image260.png"/><Relationship Id="rId4" Type="http://schemas.openxmlformats.org/officeDocument/2006/relationships/image" Target="../media/image254.png"/><Relationship Id="rId9" Type="http://schemas.openxmlformats.org/officeDocument/2006/relationships/image" Target="../media/image259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8.png"/><Relationship Id="rId3" Type="http://schemas.openxmlformats.org/officeDocument/2006/relationships/image" Target="../media/image263.png"/><Relationship Id="rId7" Type="http://schemas.openxmlformats.org/officeDocument/2006/relationships/image" Target="../media/image267.png"/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6.png"/><Relationship Id="rId5" Type="http://schemas.openxmlformats.org/officeDocument/2006/relationships/image" Target="../media/image265.png"/><Relationship Id="rId10" Type="http://schemas.openxmlformats.org/officeDocument/2006/relationships/image" Target="../media/image259.png"/><Relationship Id="rId4" Type="http://schemas.openxmlformats.org/officeDocument/2006/relationships/image" Target="../media/image264.png"/><Relationship Id="rId9" Type="http://schemas.openxmlformats.org/officeDocument/2006/relationships/image" Target="../media/image269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png"/><Relationship Id="rId3" Type="http://schemas.openxmlformats.org/officeDocument/2006/relationships/image" Target="../media/image271.png"/><Relationship Id="rId7" Type="http://schemas.openxmlformats.org/officeDocument/2006/relationships/image" Target="../media/image274.png"/><Relationship Id="rId12" Type="http://schemas.openxmlformats.org/officeDocument/2006/relationships/image" Target="../media/image279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3.png"/><Relationship Id="rId11" Type="http://schemas.openxmlformats.org/officeDocument/2006/relationships/image" Target="../media/image278.png"/><Relationship Id="rId5" Type="http://schemas.openxmlformats.org/officeDocument/2006/relationships/image" Target="../media/image259.png"/><Relationship Id="rId10" Type="http://schemas.openxmlformats.org/officeDocument/2006/relationships/image" Target="../media/image277.png"/><Relationship Id="rId4" Type="http://schemas.openxmlformats.org/officeDocument/2006/relationships/image" Target="../media/image272.png"/><Relationship Id="rId9" Type="http://schemas.openxmlformats.org/officeDocument/2006/relationships/image" Target="../media/image276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5.png"/><Relationship Id="rId3" Type="http://schemas.openxmlformats.org/officeDocument/2006/relationships/image" Target="../media/image281.png"/><Relationship Id="rId7" Type="http://schemas.openxmlformats.org/officeDocument/2006/relationships/image" Target="../media/image284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9.png"/><Relationship Id="rId5" Type="http://schemas.openxmlformats.org/officeDocument/2006/relationships/image" Target="../media/image283.png"/><Relationship Id="rId10" Type="http://schemas.openxmlformats.org/officeDocument/2006/relationships/image" Target="../media/image287.png"/><Relationship Id="rId4" Type="http://schemas.openxmlformats.org/officeDocument/2006/relationships/image" Target="../media/image282.png"/><Relationship Id="rId9" Type="http://schemas.openxmlformats.org/officeDocument/2006/relationships/image" Target="../media/image28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3.png"/><Relationship Id="rId5" Type="http://schemas.openxmlformats.org/officeDocument/2006/relationships/image" Target="../media/image292.png"/><Relationship Id="rId4" Type="http://schemas.openxmlformats.org/officeDocument/2006/relationships/image" Target="../media/image29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5.png"/><Relationship Id="rId7" Type="http://schemas.openxmlformats.org/officeDocument/2006/relationships/image" Target="../media/image299.png"/><Relationship Id="rId2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8.png"/><Relationship Id="rId5" Type="http://schemas.openxmlformats.org/officeDocument/2006/relationships/image" Target="../media/image297.png"/><Relationship Id="rId4" Type="http://schemas.openxmlformats.org/officeDocument/2006/relationships/image" Target="../media/image29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4.png"/><Relationship Id="rId5" Type="http://schemas.openxmlformats.org/officeDocument/2006/relationships/image" Target="../media/image303.png"/><Relationship Id="rId4" Type="http://schemas.openxmlformats.org/officeDocument/2006/relationships/image" Target="../media/image30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6.png"/><Relationship Id="rId7" Type="http://schemas.openxmlformats.org/officeDocument/2006/relationships/image" Target="../media/image310.png"/><Relationship Id="rId2" Type="http://schemas.openxmlformats.org/officeDocument/2006/relationships/image" Target="../media/image3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9.png"/><Relationship Id="rId5" Type="http://schemas.openxmlformats.org/officeDocument/2006/relationships/image" Target="../media/image308.png"/><Relationship Id="rId4" Type="http://schemas.openxmlformats.org/officeDocument/2006/relationships/image" Target="../media/image30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5.png"/><Relationship Id="rId2" Type="http://schemas.openxmlformats.org/officeDocument/2006/relationships/image" Target="../media/image3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8.png"/><Relationship Id="rId5" Type="http://schemas.openxmlformats.org/officeDocument/2006/relationships/image" Target="../media/image317.png"/><Relationship Id="rId4" Type="http://schemas.openxmlformats.org/officeDocument/2006/relationships/image" Target="../media/image316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png"/><Relationship Id="rId3" Type="http://schemas.openxmlformats.org/officeDocument/2006/relationships/image" Target="../media/image321.png"/><Relationship Id="rId7" Type="http://schemas.openxmlformats.org/officeDocument/2006/relationships/image" Target="../media/image325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4.png"/><Relationship Id="rId5" Type="http://schemas.openxmlformats.org/officeDocument/2006/relationships/image" Target="../media/image323.png"/><Relationship Id="rId10" Type="http://schemas.openxmlformats.org/officeDocument/2006/relationships/image" Target="../media/image328.png"/><Relationship Id="rId4" Type="http://schemas.openxmlformats.org/officeDocument/2006/relationships/image" Target="../media/image322.png"/><Relationship Id="rId9" Type="http://schemas.openxmlformats.org/officeDocument/2006/relationships/image" Target="../media/image32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2.png"/><Relationship Id="rId4" Type="http://schemas.openxmlformats.org/officeDocument/2006/relationships/image" Target="../media/image33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4.png"/><Relationship Id="rId2" Type="http://schemas.openxmlformats.org/officeDocument/2006/relationships/image" Target="../media/image33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6.png"/><Relationship Id="rId2" Type="http://schemas.openxmlformats.org/officeDocument/2006/relationships/image" Target="../media/image3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9.png"/><Relationship Id="rId5" Type="http://schemas.openxmlformats.org/officeDocument/2006/relationships/image" Target="../media/image338.png"/><Relationship Id="rId4" Type="http://schemas.openxmlformats.org/officeDocument/2006/relationships/image" Target="../media/image337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6.png"/><Relationship Id="rId3" Type="http://schemas.openxmlformats.org/officeDocument/2006/relationships/image" Target="../media/image341.png"/><Relationship Id="rId7" Type="http://schemas.openxmlformats.org/officeDocument/2006/relationships/image" Target="../media/image345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4.png"/><Relationship Id="rId5" Type="http://schemas.openxmlformats.org/officeDocument/2006/relationships/image" Target="../media/image343.png"/><Relationship Id="rId4" Type="http://schemas.openxmlformats.org/officeDocument/2006/relationships/image" Target="../media/image342.png"/><Relationship Id="rId9" Type="http://schemas.openxmlformats.org/officeDocument/2006/relationships/image" Target="../media/image347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4.png"/><Relationship Id="rId3" Type="http://schemas.openxmlformats.org/officeDocument/2006/relationships/image" Target="../media/image349.png"/><Relationship Id="rId7" Type="http://schemas.openxmlformats.org/officeDocument/2006/relationships/image" Target="../media/image353.png"/><Relationship Id="rId2" Type="http://schemas.openxmlformats.org/officeDocument/2006/relationships/image" Target="../media/image3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2.png"/><Relationship Id="rId5" Type="http://schemas.openxmlformats.org/officeDocument/2006/relationships/image" Target="../media/image351.png"/><Relationship Id="rId10" Type="http://schemas.openxmlformats.org/officeDocument/2006/relationships/image" Target="../media/image356.png"/><Relationship Id="rId4" Type="http://schemas.openxmlformats.org/officeDocument/2006/relationships/image" Target="../media/image350.png"/><Relationship Id="rId9" Type="http://schemas.openxmlformats.org/officeDocument/2006/relationships/image" Target="../media/image355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8.png"/><Relationship Id="rId2" Type="http://schemas.openxmlformats.org/officeDocument/2006/relationships/image" Target="../media/image3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5" Type="http://schemas.openxmlformats.org/officeDocument/2006/relationships/image" Target="../media/image359.png"/><Relationship Id="rId4" Type="http://schemas.openxmlformats.org/officeDocument/2006/relationships/image" Target="../media/image35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2.png"/><Relationship Id="rId2" Type="http://schemas.openxmlformats.org/officeDocument/2006/relationships/image" Target="../media/image36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4036284" y="3743325"/>
            <a:ext cx="53244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148" y="2681149"/>
            <a:ext cx="1238250" cy="16097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6284" y="3110633"/>
            <a:ext cx="5324475" cy="571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3561" y="620284"/>
            <a:ext cx="10163175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642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261793"/>
            <a:ext cx="4221018" cy="472624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295566" y="731117"/>
            <a:ext cx="41840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38" y="1097718"/>
            <a:ext cx="11647053" cy="109831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439" y="2320713"/>
            <a:ext cx="10871198" cy="78080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9273" y="3189328"/>
            <a:ext cx="10520218" cy="259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374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29" y="712214"/>
            <a:ext cx="10785171" cy="55702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391" y="218510"/>
            <a:ext cx="4621645" cy="404934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3546764" y="623444"/>
            <a:ext cx="47252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526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385909"/>
            <a:ext cx="9601200" cy="4381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3607086"/>
            <a:ext cx="5038725" cy="4381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39" y="4150300"/>
            <a:ext cx="6322826" cy="254137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1403" y="4172735"/>
            <a:ext cx="2462501" cy="246250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848291" y="3427619"/>
            <a:ext cx="1228725" cy="3238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039" y="972427"/>
            <a:ext cx="6467812" cy="218958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6121" y="972427"/>
            <a:ext cx="3113066" cy="250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011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56" y="189346"/>
            <a:ext cx="5020817" cy="39768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82456" y="591130"/>
            <a:ext cx="50208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0" y="781050"/>
            <a:ext cx="7342620" cy="524003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750708" y="1915061"/>
            <a:ext cx="5628513" cy="240432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8625" y="1079451"/>
            <a:ext cx="158115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8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221240"/>
            <a:ext cx="5815722" cy="40742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628660"/>
            <a:ext cx="58157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91" y="2578025"/>
            <a:ext cx="6557908" cy="386842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7564" y="2840451"/>
            <a:ext cx="4884821" cy="241069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33" y="774843"/>
            <a:ext cx="11237467" cy="158151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7564" y="5415087"/>
            <a:ext cx="4709247" cy="777317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>
            <a:off x="7227564" y="5258069"/>
            <a:ext cx="0" cy="1089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106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355312"/>
            <a:ext cx="2171700" cy="4762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822038" y="794618"/>
            <a:ext cx="17961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1457613"/>
            <a:ext cx="6858474" cy="221845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3387" y="3785975"/>
            <a:ext cx="6627814" cy="189786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4222" y="839906"/>
            <a:ext cx="4375269" cy="326895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8881" y="4196668"/>
            <a:ext cx="1885950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158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300470"/>
            <a:ext cx="2590800" cy="4381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1018021"/>
            <a:ext cx="11348303" cy="1527808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812800" y="738620"/>
            <a:ext cx="22245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33" y="2920665"/>
            <a:ext cx="2457450" cy="447675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822038" y="3368340"/>
            <a:ext cx="20135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534" y="3738430"/>
            <a:ext cx="11412958" cy="103892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5564" y="4826289"/>
            <a:ext cx="4200503" cy="1090149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>
            <a:off x="2723949" y="4826289"/>
            <a:ext cx="0" cy="10901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306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178" y="164080"/>
            <a:ext cx="8443751" cy="480813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837178" y="644893"/>
            <a:ext cx="8365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9" y="1125706"/>
            <a:ext cx="4064000" cy="353391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563418" y="1505529"/>
            <a:ext cx="37592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54" y="1959909"/>
            <a:ext cx="6539346" cy="330600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2835" y="2042565"/>
            <a:ext cx="4935965" cy="201219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1117" y="4142575"/>
            <a:ext cx="281940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192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318655"/>
            <a:ext cx="2915503" cy="38340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775855" y="702064"/>
            <a:ext cx="25861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4" y="1260619"/>
            <a:ext cx="6896376" cy="307613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8011" y="5391604"/>
            <a:ext cx="1885950" cy="3143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2910" y="619338"/>
            <a:ext cx="4636152" cy="463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077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210944"/>
            <a:ext cx="2425976" cy="401597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701964" y="584833"/>
            <a:ext cx="21705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34" y="644860"/>
            <a:ext cx="6988740" cy="279703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105" y="270802"/>
            <a:ext cx="4404178" cy="276146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381" y="3108522"/>
            <a:ext cx="1571625" cy="3333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6600" y="3661875"/>
            <a:ext cx="4336683" cy="267395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5868" y="6476711"/>
            <a:ext cx="1390650" cy="3048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934" y="3597223"/>
            <a:ext cx="2268958" cy="41544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6533" y="4077318"/>
            <a:ext cx="6767067" cy="2734016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>
            <a:off x="701964" y="3984958"/>
            <a:ext cx="182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703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170007"/>
            <a:ext cx="2142835" cy="439974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572655" y="591509"/>
            <a:ext cx="18287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922672"/>
            <a:ext cx="6982691" cy="202849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1309" y="280162"/>
            <a:ext cx="4701309" cy="258231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1400" y="2987154"/>
            <a:ext cx="1381125" cy="2952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619" y="3499861"/>
            <a:ext cx="3703782" cy="425814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554183" y="3925675"/>
            <a:ext cx="33897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618" y="4288525"/>
            <a:ext cx="6971002" cy="197422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5965" y="3430404"/>
            <a:ext cx="4636653" cy="283234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3216" y="6356350"/>
            <a:ext cx="196215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896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63" y="1265043"/>
            <a:ext cx="5945752" cy="443162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40930" y="1708205"/>
            <a:ext cx="60485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957" y="611549"/>
            <a:ext cx="4399279" cy="330532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18" y="4561312"/>
            <a:ext cx="10852727" cy="10710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618" y="2264209"/>
            <a:ext cx="6813249" cy="19385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5746" y="3997043"/>
            <a:ext cx="3695700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595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37" y="556041"/>
            <a:ext cx="4645891" cy="440297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18837" y="996338"/>
            <a:ext cx="46458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9" y="1225413"/>
            <a:ext cx="6785852" cy="269080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3752" y="1154543"/>
            <a:ext cx="4685739" cy="266931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6046" y="3911665"/>
            <a:ext cx="1581150" cy="2952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837" y="4571132"/>
            <a:ext cx="3072822" cy="410805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618837" y="4981937"/>
            <a:ext cx="30728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781" y="4933447"/>
            <a:ext cx="4929950" cy="174769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837" y="5476948"/>
            <a:ext cx="3629890" cy="337291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4465781" y="4933447"/>
            <a:ext cx="0" cy="16054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538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9" y="714663"/>
            <a:ext cx="3389746" cy="44876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872" y="195446"/>
            <a:ext cx="3714216" cy="1433726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3814618" y="228819"/>
            <a:ext cx="0" cy="1366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1638" y="1948729"/>
            <a:ext cx="3868305" cy="42981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5750" y="1887410"/>
            <a:ext cx="4638675" cy="5524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619" y="2609560"/>
            <a:ext cx="6862618" cy="106298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1237" y="2967911"/>
            <a:ext cx="2085975" cy="7524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5750" y="3808197"/>
            <a:ext cx="5572125" cy="5143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8337" y="4755866"/>
            <a:ext cx="10893846" cy="93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548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244186"/>
            <a:ext cx="4341091" cy="405272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258618" y="649458"/>
            <a:ext cx="43410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5492" y="1054730"/>
            <a:ext cx="3667125" cy="476250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4599709" y="1494036"/>
            <a:ext cx="32929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619" y="1782140"/>
            <a:ext cx="11739418" cy="105385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0382" y="4676303"/>
            <a:ext cx="5343525" cy="5238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038" y="3087258"/>
            <a:ext cx="10658762" cy="150123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7758" y="4641667"/>
            <a:ext cx="3802056" cy="886904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>
            <a:off x="7807758" y="4588492"/>
            <a:ext cx="0" cy="1017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4291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17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72" y="389054"/>
            <a:ext cx="10492242" cy="139356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2895" y="2373737"/>
            <a:ext cx="2832318" cy="489536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5052291" y="2798618"/>
            <a:ext cx="24229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587" y="3069477"/>
            <a:ext cx="11140934" cy="105710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588" y="4325951"/>
            <a:ext cx="11140934" cy="103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466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02" y="351214"/>
            <a:ext cx="10841998" cy="252881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619" y="3298159"/>
            <a:ext cx="1800225" cy="4476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665" y="3876375"/>
            <a:ext cx="10780135" cy="2146234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5440218" y="3745834"/>
            <a:ext cx="14236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583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069" y="156297"/>
            <a:ext cx="4949970" cy="435072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584069" y="591369"/>
            <a:ext cx="49499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2544" y="751037"/>
            <a:ext cx="6553020" cy="25450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160" y="3500360"/>
            <a:ext cx="5181598" cy="37684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146" y="3868628"/>
            <a:ext cx="10233891" cy="79246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3746" y="4285851"/>
            <a:ext cx="6240830" cy="1717054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4812146" y="4285851"/>
            <a:ext cx="0" cy="17170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0999" y="751037"/>
            <a:ext cx="905163" cy="104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438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243" y="157162"/>
            <a:ext cx="7324725" cy="44767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2419927" y="604837"/>
            <a:ext cx="739704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38" y="986271"/>
            <a:ext cx="11757889" cy="73978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968" y="1950474"/>
            <a:ext cx="11065741" cy="125597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1638" y="3473728"/>
            <a:ext cx="3352118" cy="138315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0675" y="3294263"/>
            <a:ext cx="6053125" cy="1709118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>
            <a:off x="5130265" y="3294263"/>
            <a:ext cx="0" cy="1816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1638" y="5242292"/>
            <a:ext cx="9002147" cy="967106"/>
          </a:xfrm>
          <a:prstGeom prst="rect">
            <a:avLst/>
          </a:prstGeom>
        </p:spPr>
      </p:pic>
      <p:cxnSp>
        <p:nvCxnSpPr>
          <p:cNvPr id="19" name="Straight Connector 18"/>
          <p:cNvCxnSpPr/>
          <p:nvPr/>
        </p:nvCxnSpPr>
        <p:spPr>
          <a:xfrm>
            <a:off x="6545179" y="5293219"/>
            <a:ext cx="0" cy="9294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3761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38" y="387267"/>
            <a:ext cx="10920783" cy="7462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4904" y="1258186"/>
            <a:ext cx="10438549" cy="969701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5755907" y="1258186"/>
            <a:ext cx="0" cy="897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0756" y="2508339"/>
            <a:ext cx="5558992" cy="27957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038" y="2673862"/>
            <a:ext cx="4933869" cy="249096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2105" y="5342259"/>
            <a:ext cx="1999942" cy="41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683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15" y="131299"/>
            <a:ext cx="4651939" cy="476501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790095" y="615808"/>
            <a:ext cx="46565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22" y="853489"/>
            <a:ext cx="11283420" cy="550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034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4" y="254000"/>
            <a:ext cx="2115030" cy="41101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665018"/>
            <a:ext cx="20288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381" y="3811876"/>
            <a:ext cx="6229350" cy="28194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144" y="865909"/>
            <a:ext cx="10222057" cy="336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668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38" y="395942"/>
            <a:ext cx="1861126" cy="398813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64838" y="794755"/>
            <a:ext cx="18611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38" y="1289331"/>
            <a:ext cx="3305175" cy="35337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3062" y="1009776"/>
            <a:ext cx="7709800" cy="449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08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814" y="415636"/>
            <a:ext cx="5412509" cy="563173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34" y="304656"/>
            <a:ext cx="2142548" cy="413326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446533" y="717982"/>
            <a:ext cx="22412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18" y="1259536"/>
            <a:ext cx="6337954" cy="4387272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6550392" y="1117600"/>
            <a:ext cx="0" cy="45292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523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216769"/>
            <a:ext cx="4284506" cy="436852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56135" y="653621"/>
            <a:ext cx="41869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936914"/>
            <a:ext cx="11259127" cy="534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691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317500"/>
            <a:ext cx="4485685" cy="422182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739682"/>
            <a:ext cx="44856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18" y="986374"/>
            <a:ext cx="11499273" cy="239340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79" y="3467816"/>
            <a:ext cx="5621848" cy="24399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4587" y="3467593"/>
            <a:ext cx="5413695" cy="24401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42685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243609"/>
            <a:ext cx="6243782" cy="418244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258618" y="661853"/>
            <a:ext cx="62437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38" y="945344"/>
            <a:ext cx="11771015" cy="46395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22" y="1335151"/>
            <a:ext cx="7150888" cy="470052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8337" y="1409300"/>
            <a:ext cx="4235116" cy="216019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618" y="6035678"/>
            <a:ext cx="10598679" cy="68579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8337" y="3815127"/>
            <a:ext cx="4227674" cy="2060215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7600558" y="1409300"/>
            <a:ext cx="0" cy="4626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218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314181"/>
            <a:ext cx="3149600" cy="36460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258618" y="678790"/>
            <a:ext cx="30664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915480"/>
            <a:ext cx="6945746" cy="129827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7453745" y="664902"/>
            <a:ext cx="0" cy="1771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457" y="664902"/>
            <a:ext cx="3969761" cy="158110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851" y="3928776"/>
            <a:ext cx="5904479" cy="410679"/>
          </a:xfrm>
          <a:prstGeom prst="rect">
            <a:avLst/>
          </a:prstGeom>
        </p:spPr>
      </p:pic>
      <p:cxnSp>
        <p:nvCxnSpPr>
          <p:cNvPr id="19" name="Straight Connector 18"/>
          <p:cNvCxnSpPr/>
          <p:nvPr/>
        </p:nvCxnSpPr>
        <p:spPr>
          <a:xfrm>
            <a:off x="446742" y="4413346"/>
            <a:ext cx="5830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557" y="4745129"/>
            <a:ext cx="11311358" cy="120654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2857" y="2500479"/>
            <a:ext cx="4196634" cy="207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780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9" y="1009353"/>
            <a:ext cx="5068879" cy="347799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7168" y="1113110"/>
            <a:ext cx="6888737" cy="358883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7365" y="4523336"/>
            <a:ext cx="199072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730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4" y="516515"/>
            <a:ext cx="3035576" cy="445666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517236" y="962181"/>
            <a:ext cx="29648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4" y="1407847"/>
            <a:ext cx="11523794" cy="84086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925" y="2373387"/>
            <a:ext cx="11173403" cy="191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984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243032"/>
            <a:ext cx="5403273" cy="445937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258618" y="688969"/>
            <a:ext cx="55141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805104"/>
            <a:ext cx="11026054" cy="23928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3315623"/>
            <a:ext cx="11026054" cy="328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133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3" y="715818"/>
            <a:ext cx="10190926" cy="50661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995" y="277379"/>
            <a:ext cx="721995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751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34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38" y="257319"/>
            <a:ext cx="5772726" cy="429563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212438" y="686882"/>
            <a:ext cx="57727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176" y="1752435"/>
            <a:ext cx="4517315" cy="23911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18" y="1430477"/>
            <a:ext cx="3038764" cy="467502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600364" y="1870271"/>
            <a:ext cx="26970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5345" y="1273314"/>
            <a:ext cx="3990975" cy="3143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533" y="2151921"/>
            <a:ext cx="6660178" cy="220495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33" y="4437052"/>
            <a:ext cx="11412958" cy="116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41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14" y="392545"/>
            <a:ext cx="2434359" cy="400169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618836" y="755770"/>
            <a:ext cx="21428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1384" y="2460900"/>
            <a:ext cx="6162675" cy="6286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4" y="1102829"/>
            <a:ext cx="10997322" cy="119815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33" y="3294803"/>
            <a:ext cx="11452378" cy="1942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262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36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4206" y="4496542"/>
            <a:ext cx="3390900" cy="3524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349394"/>
            <a:ext cx="7395140" cy="454493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446533" y="803887"/>
            <a:ext cx="73951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4" y="928566"/>
            <a:ext cx="10692522" cy="138885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7807" y="1939537"/>
            <a:ext cx="5623699" cy="24492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533" y="2653697"/>
            <a:ext cx="3026340" cy="411347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446533" y="3065044"/>
            <a:ext cx="30263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33" y="3311513"/>
            <a:ext cx="2638412" cy="38729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215" y="3741914"/>
            <a:ext cx="5741831" cy="40671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184" y="4140567"/>
            <a:ext cx="2981325" cy="6096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5215" y="6168734"/>
            <a:ext cx="8904276" cy="36947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4641" y="4947767"/>
            <a:ext cx="8108774" cy="115012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61574" y="5694224"/>
            <a:ext cx="3686175" cy="4953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89270" y="4263453"/>
            <a:ext cx="999966" cy="371888"/>
          </a:xfrm>
          <a:prstGeom prst="rect">
            <a:avLst/>
          </a:prstGeom>
        </p:spPr>
      </p:pic>
      <p:cxnSp>
        <p:nvCxnSpPr>
          <p:cNvPr id="25" name="Straight Connector 24"/>
          <p:cNvCxnSpPr/>
          <p:nvPr/>
        </p:nvCxnSpPr>
        <p:spPr>
          <a:xfrm>
            <a:off x="907184" y="4947767"/>
            <a:ext cx="0" cy="1150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123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243062"/>
            <a:ext cx="2558473" cy="3972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765018"/>
            <a:ext cx="6003637" cy="7544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600" y="1564618"/>
            <a:ext cx="1838325" cy="7334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399" y="250736"/>
            <a:ext cx="5449522" cy="25636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8920" y="2503093"/>
            <a:ext cx="3286125" cy="352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120" y="3154033"/>
            <a:ext cx="2844800" cy="39532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6864" y="3594979"/>
            <a:ext cx="1508270" cy="43815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7190" y="2949755"/>
            <a:ext cx="5743575" cy="1104900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>
            <a:off x="4525819" y="2923124"/>
            <a:ext cx="0" cy="1205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04590" y="4162537"/>
            <a:ext cx="3686175" cy="197167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69015" y="4654739"/>
            <a:ext cx="4956030" cy="793306"/>
          </a:xfrm>
          <a:prstGeom prst="rect">
            <a:avLst/>
          </a:prstGeom>
        </p:spPr>
      </p:pic>
      <p:cxnSp>
        <p:nvCxnSpPr>
          <p:cNvPr id="22" name="Straight Connector 21"/>
          <p:cNvCxnSpPr/>
          <p:nvPr/>
        </p:nvCxnSpPr>
        <p:spPr>
          <a:xfrm>
            <a:off x="6599525" y="4171772"/>
            <a:ext cx="0" cy="1971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01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340" y="1487054"/>
            <a:ext cx="6250520" cy="29453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15" y="1113918"/>
            <a:ext cx="4924425" cy="47815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18" y="545342"/>
            <a:ext cx="5748914" cy="41371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4300" y="4520254"/>
            <a:ext cx="2247900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08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646402"/>
            <a:ext cx="2610703" cy="40227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307" y="1262888"/>
            <a:ext cx="6128039" cy="82653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7959" y="1057030"/>
            <a:ext cx="3629025" cy="12382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307" y="2295280"/>
            <a:ext cx="6035675" cy="468285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7222837" y="923636"/>
            <a:ext cx="0" cy="1440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34" y="3404162"/>
            <a:ext cx="2841612" cy="529240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446533" y="3933402"/>
            <a:ext cx="29524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533" y="4147814"/>
            <a:ext cx="3118703" cy="33126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83348" y="4539291"/>
            <a:ext cx="4978398" cy="39110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37945" y="4410992"/>
            <a:ext cx="3219450" cy="6477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7144" y="5030338"/>
            <a:ext cx="4059813" cy="92305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50371" y="5007576"/>
            <a:ext cx="1099603" cy="384414"/>
          </a:xfrm>
          <a:prstGeom prst="rect">
            <a:avLst/>
          </a:prstGeom>
        </p:spPr>
      </p:pic>
      <p:cxnSp>
        <p:nvCxnSpPr>
          <p:cNvPr id="22" name="Straight Connector 21"/>
          <p:cNvCxnSpPr/>
          <p:nvPr/>
        </p:nvCxnSpPr>
        <p:spPr>
          <a:xfrm>
            <a:off x="3937144" y="5058692"/>
            <a:ext cx="0" cy="10049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171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364836"/>
            <a:ext cx="2752437" cy="38857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680" y="559124"/>
            <a:ext cx="1023793" cy="3817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273" y="178501"/>
            <a:ext cx="5705475" cy="1143000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4590473" y="178501"/>
            <a:ext cx="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618" y="1759238"/>
            <a:ext cx="2623127" cy="39986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680" y="2159105"/>
            <a:ext cx="1005931" cy="46766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9273" y="1783339"/>
            <a:ext cx="6781800" cy="1219200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4590473" y="1759238"/>
            <a:ext cx="0" cy="12433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4093" y="3610404"/>
            <a:ext cx="888966" cy="36900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9273" y="3185307"/>
            <a:ext cx="7029450" cy="1219200"/>
          </a:xfrm>
          <a:prstGeom prst="rect">
            <a:avLst/>
          </a:prstGeom>
        </p:spPr>
      </p:pic>
      <p:cxnSp>
        <p:nvCxnSpPr>
          <p:cNvPr id="19" name="Straight Connector 18"/>
          <p:cNvCxnSpPr/>
          <p:nvPr/>
        </p:nvCxnSpPr>
        <p:spPr>
          <a:xfrm>
            <a:off x="4590473" y="3185307"/>
            <a:ext cx="0" cy="121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8618" y="4634897"/>
            <a:ext cx="2623127" cy="393469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0723" y="5136333"/>
            <a:ext cx="6858000" cy="590550"/>
          </a:xfrm>
          <a:prstGeom prst="rect">
            <a:avLst/>
          </a:prstGeom>
        </p:spPr>
      </p:pic>
      <p:cxnSp>
        <p:nvCxnSpPr>
          <p:cNvPr id="24" name="Straight Connector 23"/>
          <p:cNvCxnSpPr/>
          <p:nvPr/>
        </p:nvCxnSpPr>
        <p:spPr>
          <a:xfrm>
            <a:off x="4669273" y="5037603"/>
            <a:ext cx="0" cy="845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69835" y="5152072"/>
            <a:ext cx="2827989" cy="78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79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684" y="332369"/>
            <a:ext cx="1583026" cy="41928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128" y="252073"/>
            <a:ext cx="6257925" cy="5429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18" y="1127604"/>
            <a:ext cx="4778807" cy="45263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5791" y="1105325"/>
            <a:ext cx="6743700" cy="5048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6128" y="1842817"/>
            <a:ext cx="6296025" cy="5619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684" y="1914160"/>
            <a:ext cx="1583026" cy="41928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618" y="2681852"/>
            <a:ext cx="4341091" cy="44849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593" y="3218158"/>
            <a:ext cx="3857625" cy="23241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6991" y="2839316"/>
            <a:ext cx="5875482" cy="27757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8618" y="5676107"/>
            <a:ext cx="5043055" cy="36445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3982" y="5740574"/>
            <a:ext cx="438150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233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6424" y="814766"/>
            <a:ext cx="1847850" cy="16287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18" y="981262"/>
            <a:ext cx="8480569" cy="443144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9117878" y="680676"/>
            <a:ext cx="0" cy="18195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618" y="1486745"/>
            <a:ext cx="8663709" cy="87796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619" y="2519508"/>
            <a:ext cx="11095181" cy="81799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0374" y="3536923"/>
            <a:ext cx="6496050" cy="5715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533" y="4301782"/>
            <a:ext cx="10907267" cy="471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331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71" y="414915"/>
            <a:ext cx="1978457" cy="44244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39871" y="857355"/>
            <a:ext cx="19784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1152013"/>
            <a:ext cx="7372493" cy="46238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39" y="1694573"/>
            <a:ext cx="10815780" cy="396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493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4" y="391679"/>
            <a:ext cx="1793154" cy="430357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822036"/>
            <a:ext cx="17931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4" y="1108796"/>
            <a:ext cx="7515212" cy="3829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34" y="1655847"/>
            <a:ext cx="11161857" cy="258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41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45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74" y="808527"/>
            <a:ext cx="11687175" cy="27336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331" y="141364"/>
            <a:ext cx="6686550" cy="41910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2811331" y="560464"/>
            <a:ext cx="6686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7932" y="3606893"/>
            <a:ext cx="8064285" cy="313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241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46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7" y="222174"/>
            <a:ext cx="11679385" cy="578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446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47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762864"/>
            <a:ext cx="3552825" cy="4000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446533" y="1162914"/>
            <a:ext cx="35528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41" y="1446787"/>
            <a:ext cx="11401425" cy="12858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915" y="3016534"/>
            <a:ext cx="11344275" cy="24098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422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38" y="229466"/>
            <a:ext cx="11696700" cy="26860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632" y="2878571"/>
            <a:ext cx="7429500" cy="419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862" y="3644900"/>
            <a:ext cx="11191875" cy="307657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2198255" y="3297671"/>
            <a:ext cx="63378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519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49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88" y="370609"/>
            <a:ext cx="11439525" cy="1905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600" y="2275609"/>
            <a:ext cx="6023181" cy="290425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94" y="2400300"/>
            <a:ext cx="4648200" cy="1447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607" y="4055918"/>
            <a:ext cx="5057775" cy="1123950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>
            <a:off x="969818" y="5246255"/>
            <a:ext cx="42917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280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194541"/>
            <a:ext cx="11420475" cy="19431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708727" y="2137641"/>
            <a:ext cx="73798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2349859"/>
            <a:ext cx="11325225" cy="2076450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708727" y="4370893"/>
            <a:ext cx="69018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75" y="4638526"/>
            <a:ext cx="11839575" cy="2047875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1588655" y="6630985"/>
            <a:ext cx="104178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9854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268864"/>
            <a:ext cx="4629150" cy="390525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350982" y="696333"/>
            <a:ext cx="47247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262" y="895278"/>
            <a:ext cx="6505560" cy="195810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297" y="3089275"/>
            <a:ext cx="11477625" cy="32670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3530" y="2519723"/>
            <a:ext cx="2168816" cy="33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47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8791" y="232208"/>
            <a:ext cx="4200525" cy="3714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707933"/>
            <a:ext cx="4019550" cy="39052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3888509" y="603683"/>
            <a:ext cx="427080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18" y="2428007"/>
            <a:ext cx="4600575" cy="3905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1114" y="3148800"/>
            <a:ext cx="5476875" cy="36576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0733" y="2762752"/>
            <a:ext cx="8678285" cy="37770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1086032"/>
            <a:ext cx="10582275" cy="69832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8116" y="1530456"/>
            <a:ext cx="5600700" cy="1181100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>
            <a:off x="5809673" y="1530456"/>
            <a:ext cx="0" cy="1181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7990" y="3198989"/>
            <a:ext cx="795902" cy="27521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6933" y="3487694"/>
            <a:ext cx="3071928" cy="310137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62875" y="3161677"/>
            <a:ext cx="35909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47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306099"/>
            <a:ext cx="4029075" cy="3714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607" y="765385"/>
            <a:ext cx="8500629" cy="3462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225" y="1191817"/>
            <a:ext cx="4143375" cy="15906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618" y="3034959"/>
            <a:ext cx="3924300" cy="3619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0330" y="3604882"/>
            <a:ext cx="5143500" cy="30765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7225" y="2987172"/>
            <a:ext cx="3873211" cy="61771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4396509" y="2950228"/>
            <a:ext cx="0" cy="7258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1315" y="2782492"/>
            <a:ext cx="3044970" cy="31551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9932" y="5637604"/>
            <a:ext cx="2486025" cy="60007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4974" y="5286804"/>
            <a:ext cx="795902" cy="27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241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259917"/>
            <a:ext cx="4705350" cy="3714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025" y="719203"/>
            <a:ext cx="7408575" cy="346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025" y="1201274"/>
            <a:ext cx="4514850" cy="20383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4698" y="2489266"/>
            <a:ext cx="795902" cy="27521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7992" y="6898"/>
            <a:ext cx="3077829" cy="315326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1110" y="2717994"/>
            <a:ext cx="3467100" cy="3429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618" y="3266441"/>
            <a:ext cx="3886200" cy="3714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28210" y="3370262"/>
            <a:ext cx="3077829" cy="31686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7306" y="3793215"/>
            <a:ext cx="4772025" cy="29718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32510" y="6150822"/>
            <a:ext cx="3695700" cy="3048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2090" y="5848025"/>
            <a:ext cx="795902" cy="27521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06309" y="3537815"/>
            <a:ext cx="2796818" cy="998864"/>
          </a:xfrm>
          <a:prstGeom prst="rect">
            <a:avLst/>
          </a:prstGeom>
        </p:spPr>
      </p:pic>
      <p:cxnSp>
        <p:nvCxnSpPr>
          <p:cNvPr id="20" name="Straight Connector 19"/>
          <p:cNvCxnSpPr/>
          <p:nvPr/>
        </p:nvCxnSpPr>
        <p:spPr>
          <a:xfrm>
            <a:off x="4906309" y="3537815"/>
            <a:ext cx="0" cy="9988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22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55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389226"/>
            <a:ext cx="3324225" cy="3714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241" y="885380"/>
            <a:ext cx="9068523" cy="39051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777" y="1400570"/>
            <a:ext cx="5038725" cy="16287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8497" y="1458297"/>
            <a:ext cx="5475721" cy="1333425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6419273" y="1421353"/>
            <a:ext cx="0" cy="14511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6502" y="1528684"/>
            <a:ext cx="795902" cy="27521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618" y="3252634"/>
            <a:ext cx="5095875" cy="3905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555" y="3695554"/>
            <a:ext cx="10198245" cy="69316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7777" y="4565650"/>
            <a:ext cx="6219825" cy="17907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8497" y="4991023"/>
            <a:ext cx="4352493" cy="37769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9607" y="5060895"/>
            <a:ext cx="795902" cy="275218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>
            <a:off x="6419273" y="4914024"/>
            <a:ext cx="0" cy="556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9675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29" y="336853"/>
            <a:ext cx="1113472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967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056" y="106507"/>
            <a:ext cx="6515100" cy="43815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897056" y="544657"/>
            <a:ext cx="6515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48" y="755793"/>
            <a:ext cx="11153775" cy="11715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853" y="2138503"/>
            <a:ext cx="5734050" cy="114300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753630" y="2079968"/>
            <a:ext cx="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618" y="3859665"/>
            <a:ext cx="11420475" cy="22288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0125" y="1543121"/>
            <a:ext cx="5246338" cy="253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10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158032"/>
            <a:ext cx="3714750" cy="39052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548557"/>
            <a:ext cx="3714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228" y="428480"/>
            <a:ext cx="1958875" cy="24466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712" y="714929"/>
            <a:ext cx="7038975" cy="23050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882" y="3186349"/>
            <a:ext cx="4628970" cy="18659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891" y="5491403"/>
            <a:ext cx="11525250" cy="11430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712" y="3024427"/>
            <a:ext cx="6496050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80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273916"/>
            <a:ext cx="5581650" cy="36195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35866"/>
            <a:ext cx="55816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10" y="878464"/>
            <a:ext cx="11420475" cy="25336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710" y="3684117"/>
            <a:ext cx="9867900" cy="1457325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5840268" y="3980873"/>
            <a:ext cx="0" cy="11605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710" y="5044046"/>
            <a:ext cx="11601450" cy="14097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5984" y="5986462"/>
            <a:ext cx="230505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890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38" y="326014"/>
            <a:ext cx="11658600" cy="14954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248" y="1326023"/>
            <a:ext cx="3457575" cy="533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18" y="2527300"/>
            <a:ext cx="2781300" cy="38100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332509" y="2974109"/>
            <a:ext cx="23737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593" y="3155874"/>
            <a:ext cx="11630025" cy="1104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618" y="4552013"/>
            <a:ext cx="4267200" cy="4191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855" y="5058924"/>
            <a:ext cx="112395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531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182562"/>
            <a:ext cx="10696575" cy="120967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446982" y="182562"/>
            <a:ext cx="0" cy="1209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38" y="1674053"/>
            <a:ext cx="11620500" cy="11525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18" y="3271323"/>
            <a:ext cx="11382375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648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38" y="309418"/>
            <a:ext cx="5724525" cy="4572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92727"/>
            <a:ext cx="56783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31" y="1076037"/>
            <a:ext cx="11639550" cy="12287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323" y="2181694"/>
            <a:ext cx="3428300" cy="35580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831" y="3231250"/>
            <a:ext cx="6677025" cy="11715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533" y="2644954"/>
            <a:ext cx="6810375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0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06" y="162226"/>
            <a:ext cx="11582400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160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9" y="281709"/>
            <a:ext cx="4673600" cy="40713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258618" y="688847"/>
            <a:ext cx="4673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879" y="2614704"/>
            <a:ext cx="3121767" cy="27644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9898" y="2072830"/>
            <a:ext cx="2091639" cy="33063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6151" y="5506186"/>
            <a:ext cx="1419225" cy="2571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5629" y="5506186"/>
            <a:ext cx="1400175" cy="2476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2298" y="296576"/>
            <a:ext cx="2746688" cy="28587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2620" y="2783779"/>
            <a:ext cx="1476375" cy="2857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9989" y="3269433"/>
            <a:ext cx="3321284" cy="32694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012" y="842149"/>
            <a:ext cx="4857750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544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65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22" y="284163"/>
            <a:ext cx="11604770" cy="115592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22" y="1520037"/>
            <a:ext cx="11503169" cy="162331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22" y="3112511"/>
            <a:ext cx="11604770" cy="165648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322" y="4942898"/>
            <a:ext cx="10542587" cy="161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621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22" y="263813"/>
            <a:ext cx="5955723" cy="37868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80422" y="642501"/>
            <a:ext cx="59557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89" y="726353"/>
            <a:ext cx="10320193" cy="592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018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24" y="335683"/>
            <a:ext cx="10350776" cy="157419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2184400"/>
            <a:ext cx="7555346" cy="406566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258618" y="2590966"/>
            <a:ext cx="75553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024" y="2773121"/>
            <a:ext cx="7068416" cy="376621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5491" y="4334064"/>
            <a:ext cx="2476876" cy="23082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5491" y="1823451"/>
            <a:ext cx="2476876" cy="23567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62762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38" y="249814"/>
            <a:ext cx="10325100" cy="42862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822038" y="678439"/>
            <a:ext cx="10325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6" y="1513554"/>
            <a:ext cx="3444298" cy="35026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75" y="827074"/>
            <a:ext cx="11858625" cy="3619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0401" y="1323054"/>
            <a:ext cx="5191125" cy="9334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375" y="2390534"/>
            <a:ext cx="5624080" cy="36117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0401" y="2807365"/>
            <a:ext cx="5924550" cy="9620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376" y="4063100"/>
            <a:ext cx="3767570" cy="34328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0401" y="3992094"/>
            <a:ext cx="5800725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676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9" y="324283"/>
            <a:ext cx="6502400" cy="37286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1112" y="205220"/>
            <a:ext cx="3838575" cy="6286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19" y="1345334"/>
            <a:ext cx="3084946" cy="3437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7066" y="1140546"/>
            <a:ext cx="7972425" cy="7715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618" y="2414804"/>
            <a:ext cx="4027055" cy="40096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82630" y="2852954"/>
            <a:ext cx="8401050" cy="5619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760" y="3790299"/>
            <a:ext cx="1719695" cy="30347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82630" y="3452117"/>
            <a:ext cx="6403458" cy="308679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7195" y="6213475"/>
            <a:ext cx="179070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61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587663"/>
            <a:ext cx="5353903" cy="35397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575" y="1066319"/>
            <a:ext cx="8029575" cy="28289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789" y="4215172"/>
            <a:ext cx="1719695" cy="30347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4098348"/>
            <a:ext cx="6096000" cy="15430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062" y="5327073"/>
            <a:ext cx="1905000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11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54" y="358487"/>
            <a:ext cx="11129819" cy="206978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2796775"/>
            <a:ext cx="11600873" cy="302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909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16" y="524452"/>
            <a:ext cx="11420475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60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717</Words>
  <Application>Microsoft Office PowerPoint</Application>
  <PresentationFormat>Widescreen</PresentationFormat>
  <Paragraphs>115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2026-02-23T08:17:23Z</dcterms:created>
  <dcterms:modified xsi:type="dcterms:W3CDTF">2026-05-05T08:53:36Z</dcterms:modified>
</cp:coreProperties>
</file>