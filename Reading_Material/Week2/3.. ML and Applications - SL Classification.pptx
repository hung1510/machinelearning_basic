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12" r:id="rId1"/>
  </p:sldMasterIdLst>
  <p:notesMasterIdLst>
    <p:notesMasterId r:id="rId85"/>
  </p:notesMasterIdLst>
  <p:sldIdLst>
    <p:sldId id="442" r:id="rId2"/>
    <p:sldId id="514" r:id="rId3"/>
    <p:sldId id="431" r:id="rId4"/>
    <p:sldId id="423" r:id="rId5"/>
    <p:sldId id="424" r:id="rId6"/>
    <p:sldId id="425" r:id="rId7"/>
    <p:sldId id="417" r:id="rId8"/>
    <p:sldId id="418" r:id="rId9"/>
    <p:sldId id="443" r:id="rId10"/>
    <p:sldId id="444" r:id="rId11"/>
    <p:sldId id="445" r:id="rId12"/>
    <p:sldId id="446" r:id="rId13"/>
    <p:sldId id="456" r:id="rId14"/>
    <p:sldId id="457" r:id="rId15"/>
    <p:sldId id="458" r:id="rId16"/>
    <p:sldId id="459" r:id="rId17"/>
    <p:sldId id="460" r:id="rId18"/>
    <p:sldId id="447" r:id="rId19"/>
    <p:sldId id="448" r:id="rId20"/>
    <p:sldId id="449" r:id="rId21"/>
    <p:sldId id="450" r:id="rId22"/>
    <p:sldId id="451" r:id="rId23"/>
    <p:sldId id="452" r:id="rId24"/>
    <p:sldId id="453" r:id="rId25"/>
    <p:sldId id="454" r:id="rId26"/>
    <p:sldId id="419" r:id="rId27"/>
    <p:sldId id="462" r:id="rId28"/>
    <p:sldId id="465" r:id="rId29"/>
    <p:sldId id="466" r:id="rId30"/>
    <p:sldId id="467" r:id="rId31"/>
    <p:sldId id="468" r:id="rId32"/>
    <p:sldId id="463" r:id="rId33"/>
    <p:sldId id="464" r:id="rId34"/>
    <p:sldId id="471" r:id="rId35"/>
    <p:sldId id="472" r:id="rId36"/>
    <p:sldId id="473" r:id="rId37"/>
    <p:sldId id="474" r:id="rId38"/>
    <p:sldId id="477" r:id="rId39"/>
    <p:sldId id="478" r:id="rId40"/>
    <p:sldId id="479" r:id="rId41"/>
    <p:sldId id="507" r:id="rId42"/>
    <p:sldId id="508" r:id="rId43"/>
    <p:sldId id="509" r:id="rId44"/>
    <p:sldId id="512" r:id="rId45"/>
    <p:sldId id="513" r:id="rId46"/>
    <p:sldId id="484" r:id="rId47"/>
    <p:sldId id="485" r:id="rId48"/>
    <p:sldId id="486" r:id="rId49"/>
    <p:sldId id="487" r:id="rId50"/>
    <p:sldId id="488" r:id="rId51"/>
    <p:sldId id="489" r:id="rId52"/>
    <p:sldId id="490" r:id="rId53"/>
    <p:sldId id="491" r:id="rId54"/>
    <p:sldId id="492" r:id="rId55"/>
    <p:sldId id="493" r:id="rId56"/>
    <p:sldId id="494" r:id="rId57"/>
    <p:sldId id="495" r:id="rId58"/>
    <p:sldId id="498" r:id="rId59"/>
    <p:sldId id="499" r:id="rId60"/>
    <p:sldId id="515" r:id="rId61"/>
    <p:sldId id="516" r:id="rId62"/>
    <p:sldId id="500" r:id="rId63"/>
    <p:sldId id="501" r:id="rId64"/>
    <p:sldId id="502" r:id="rId65"/>
    <p:sldId id="503" r:id="rId66"/>
    <p:sldId id="504" r:id="rId67"/>
    <p:sldId id="496" r:id="rId68"/>
    <p:sldId id="497" r:id="rId69"/>
    <p:sldId id="482" r:id="rId70"/>
    <p:sldId id="475" r:id="rId71"/>
    <p:sldId id="530" r:id="rId72"/>
    <p:sldId id="527" r:id="rId73"/>
    <p:sldId id="528" r:id="rId74"/>
    <p:sldId id="525" r:id="rId75"/>
    <p:sldId id="526" r:id="rId76"/>
    <p:sldId id="521" r:id="rId77"/>
    <p:sldId id="522" r:id="rId78"/>
    <p:sldId id="523" r:id="rId79"/>
    <p:sldId id="518" r:id="rId80"/>
    <p:sldId id="519" r:id="rId81"/>
    <p:sldId id="520" r:id="rId82"/>
    <p:sldId id="517" r:id="rId83"/>
    <p:sldId id="476" r:id="rId8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D4E146-14FC-4E09-9546-4F0F5132D778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54836-EBA3-40B9-B00E-F6B8AC212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0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A6893-4CBE-412C-B561-5790D47B1C83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914A-F094-43BB-BE7A-015BC228E09B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92FF5-19E4-413E-8A73-14EEF92E44C7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A080-DA7A-4289-85A0-B9CB2D1A11CC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F0E38-B752-4B49-9B3D-85AF72208E1F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2CA42-D212-4D9E-A3A7-D5C7AF86BFC3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24F5-7B06-4A93-AE94-91DB33B85653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E4765451-8AE7-4958-968E-27D7C2483143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C83CA-A696-4D68-9465-413F61B2F973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2326-EDFE-4CED-A193-22C7E1BADFA1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BA941-1F76-42E4-B0A0-70393C2C90F8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A242845-2C23-4C44-871C-4B662F12C8C3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8.png"/><Relationship Id="rId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7" Type="http://schemas.openxmlformats.org/officeDocument/2006/relationships/image" Target="../media/image1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7" Type="http://schemas.openxmlformats.org/officeDocument/2006/relationships/image" Target="../media/image126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7" Type="http://schemas.openxmlformats.org/officeDocument/2006/relationships/image" Target="../media/image144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4" Type="http://schemas.openxmlformats.org/officeDocument/2006/relationships/image" Target="../media/image14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7.png"/><Relationship Id="rId5" Type="http://schemas.openxmlformats.org/officeDocument/2006/relationships/image" Target="../media/image146.png"/><Relationship Id="rId4" Type="http://schemas.openxmlformats.org/officeDocument/2006/relationships/image" Target="../media/image14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5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8.png"/><Relationship Id="rId5" Type="http://schemas.openxmlformats.org/officeDocument/2006/relationships/image" Target="../media/image157.png"/><Relationship Id="rId4" Type="http://schemas.openxmlformats.org/officeDocument/2006/relationships/image" Target="../media/image15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63.png"/><Relationship Id="rId4" Type="http://schemas.openxmlformats.org/officeDocument/2006/relationships/image" Target="../media/image16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7" Type="http://schemas.openxmlformats.org/officeDocument/2006/relationships/image" Target="../media/image1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8.png"/><Relationship Id="rId5" Type="http://schemas.openxmlformats.org/officeDocument/2006/relationships/image" Target="../media/image167.png"/><Relationship Id="rId4" Type="http://schemas.openxmlformats.org/officeDocument/2006/relationships/image" Target="../media/image16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1.png"/><Relationship Id="rId4" Type="http://schemas.openxmlformats.org/officeDocument/2006/relationships/image" Target="../media/image17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7" Type="http://schemas.openxmlformats.org/officeDocument/2006/relationships/image" Target="../media/image17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5.png"/><Relationship Id="rId5" Type="http://schemas.openxmlformats.org/officeDocument/2006/relationships/image" Target="../media/image174.png"/><Relationship Id="rId4" Type="http://schemas.openxmlformats.org/officeDocument/2006/relationships/image" Target="../media/image17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1.png"/><Relationship Id="rId5" Type="http://schemas.openxmlformats.org/officeDocument/2006/relationships/image" Target="../media/image180.png"/><Relationship Id="rId4" Type="http://schemas.openxmlformats.org/officeDocument/2006/relationships/image" Target="../media/image17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7" Type="http://schemas.openxmlformats.org/officeDocument/2006/relationships/image" Target="../media/image187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6.png"/><Relationship Id="rId5" Type="http://schemas.openxmlformats.org/officeDocument/2006/relationships/image" Target="../media/image185.png"/><Relationship Id="rId4" Type="http://schemas.openxmlformats.org/officeDocument/2006/relationships/image" Target="../media/image18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.png"/><Relationship Id="rId5" Type="http://schemas.openxmlformats.org/officeDocument/2006/relationships/image" Target="../media/image190.png"/><Relationship Id="rId4" Type="http://schemas.openxmlformats.org/officeDocument/2006/relationships/image" Target="../media/image18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7" Type="http://schemas.openxmlformats.org/officeDocument/2006/relationships/image" Target="../media/image19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5.png"/><Relationship Id="rId5" Type="http://schemas.openxmlformats.org/officeDocument/2006/relationships/image" Target="../media/image194.png"/><Relationship Id="rId4" Type="http://schemas.openxmlformats.org/officeDocument/2006/relationships/image" Target="../media/image19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png"/><Relationship Id="rId3" Type="http://schemas.openxmlformats.org/officeDocument/2006/relationships/image" Target="../media/image203.png"/><Relationship Id="rId7" Type="http://schemas.openxmlformats.org/officeDocument/2006/relationships/image" Target="../media/image207.png"/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6.png"/><Relationship Id="rId5" Type="http://schemas.openxmlformats.org/officeDocument/2006/relationships/image" Target="../media/image205.png"/><Relationship Id="rId4" Type="http://schemas.openxmlformats.org/officeDocument/2006/relationships/image" Target="../media/image204.png"/><Relationship Id="rId9" Type="http://schemas.openxmlformats.org/officeDocument/2006/relationships/image" Target="../media/image209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png"/><Relationship Id="rId3" Type="http://schemas.openxmlformats.org/officeDocument/2006/relationships/image" Target="../media/image211.png"/><Relationship Id="rId7" Type="http://schemas.openxmlformats.org/officeDocument/2006/relationships/image" Target="../media/image215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4.png"/><Relationship Id="rId5" Type="http://schemas.openxmlformats.org/officeDocument/2006/relationships/image" Target="../media/image213.png"/><Relationship Id="rId4" Type="http://schemas.openxmlformats.org/officeDocument/2006/relationships/image" Target="../media/image212.png"/><Relationship Id="rId9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png"/><Relationship Id="rId3" Type="http://schemas.openxmlformats.org/officeDocument/2006/relationships/image" Target="../media/image218.png"/><Relationship Id="rId7" Type="http://schemas.openxmlformats.org/officeDocument/2006/relationships/image" Target="../media/image222.png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1.png"/><Relationship Id="rId5" Type="http://schemas.openxmlformats.org/officeDocument/2006/relationships/image" Target="../media/image220.png"/><Relationship Id="rId4" Type="http://schemas.openxmlformats.org/officeDocument/2006/relationships/image" Target="../media/image219.png"/><Relationship Id="rId9" Type="http://schemas.openxmlformats.org/officeDocument/2006/relationships/image" Target="../media/image224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image" Target="../media/image225.png"/><Relationship Id="rId7" Type="http://schemas.openxmlformats.org/officeDocument/2006/relationships/image" Target="../media/image2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8.png"/><Relationship Id="rId5" Type="http://schemas.openxmlformats.org/officeDocument/2006/relationships/image" Target="../media/image227.png"/><Relationship Id="rId10" Type="http://schemas.openxmlformats.org/officeDocument/2006/relationships/image" Target="../media/image232.png"/><Relationship Id="rId4" Type="http://schemas.openxmlformats.org/officeDocument/2006/relationships/image" Target="../media/image226.png"/><Relationship Id="rId9" Type="http://schemas.openxmlformats.org/officeDocument/2006/relationships/image" Target="../media/image231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png"/><Relationship Id="rId3" Type="http://schemas.openxmlformats.org/officeDocument/2006/relationships/image" Target="../media/image233.png"/><Relationship Id="rId7" Type="http://schemas.openxmlformats.org/officeDocument/2006/relationships/image" Target="../media/image2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6.png"/><Relationship Id="rId5" Type="http://schemas.openxmlformats.org/officeDocument/2006/relationships/image" Target="../media/image235.png"/><Relationship Id="rId4" Type="http://schemas.openxmlformats.org/officeDocument/2006/relationships/image" Target="../media/image23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png"/><Relationship Id="rId2" Type="http://schemas.openxmlformats.org/officeDocument/2006/relationships/image" Target="../media/image2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4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6.png"/><Relationship Id="rId2" Type="http://schemas.openxmlformats.org/officeDocument/2006/relationships/image" Target="../media/image2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9.png"/><Relationship Id="rId5" Type="http://schemas.openxmlformats.org/officeDocument/2006/relationships/image" Target="../media/image248.png"/><Relationship Id="rId4" Type="http://schemas.openxmlformats.org/officeDocument/2006/relationships/image" Target="../media/image247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254.png"/><Relationship Id="rId4" Type="http://schemas.openxmlformats.org/officeDocument/2006/relationships/image" Target="../media/image25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7.png"/><Relationship Id="rId4" Type="http://schemas.openxmlformats.org/officeDocument/2006/relationships/image" Target="../media/image25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png"/><Relationship Id="rId7" Type="http://schemas.openxmlformats.org/officeDocument/2006/relationships/image" Target="../media/image26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1.png"/><Relationship Id="rId5" Type="http://schemas.openxmlformats.org/officeDocument/2006/relationships/image" Target="../media/image260.png"/><Relationship Id="rId4" Type="http://schemas.openxmlformats.org/officeDocument/2006/relationships/image" Target="../media/image259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4.png"/><Relationship Id="rId7" Type="http://schemas.openxmlformats.org/officeDocument/2006/relationships/image" Target="../media/image268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7.png"/><Relationship Id="rId5" Type="http://schemas.openxmlformats.org/officeDocument/2006/relationships/image" Target="../media/image266.png"/><Relationship Id="rId4" Type="http://schemas.openxmlformats.org/officeDocument/2006/relationships/image" Target="../media/image265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7" Type="http://schemas.openxmlformats.org/officeDocument/2006/relationships/image" Target="../media/image27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4.png"/><Relationship Id="rId5" Type="http://schemas.openxmlformats.org/officeDocument/2006/relationships/image" Target="../media/image273.png"/><Relationship Id="rId4" Type="http://schemas.openxmlformats.org/officeDocument/2006/relationships/image" Target="../media/image272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7.png"/><Relationship Id="rId2" Type="http://schemas.openxmlformats.org/officeDocument/2006/relationships/image" Target="../media/image27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9.png"/><Relationship Id="rId4" Type="http://schemas.openxmlformats.org/officeDocument/2006/relationships/image" Target="../media/image278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6.png"/><Relationship Id="rId3" Type="http://schemas.openxmlformats.org/officeDocument/2006/relationships/image" Target="../media/image281.png"/><Relationship Id="rId7" Type="http://schemas.openxmlformats.org/officeDocument/2006/relationships/image" Target="../media/image285.png"/><Relationship Id="rId12" Type="http://schemas.openxmlformats.org/officeDocument/2006/relationships/image" Target="../media/image29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4.png"/><Relationship Id="rId11" Type="http://schemas.openxmlformats.org/officeDocument/2006/relationships/image" Target="../media/image289.png"/><Relationship Id="rId5" Type="http://schemas.openxmlformats.org/officeDocument/2006/relationships/image" Target="../media/image283.png"/><Relationship Id="rId10" Type="http://schemas.openxmlformats.org/officeDocument/2006/relationships/image" Target="../media/image288.png"/><Relationship Id="rId4" Type="http://schemas.openxmlformats.org/officeDocument/2006/relationships/image" Target="../media/image282.png"/><Relationship Id="rId9" Type="http://schemas.openxmlformats.org/officeDocument/2006/relationships/image" Target="../media/image287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6.png"/><Relationship Id="rId3" Type="http://schemas.openxmlformats.org/officeDocument/2006/relationships/image" Target="../media/image291.png"/><Relationship Id="rId7" Type="http://schemas.openxmlformats.org/officeDocument/2006/relationships/image" Target="../media/image29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4.png"/><Relationship Id="rId11" Type="http://schemas.openxmlformats.org/officeDocument/2006/relationships/image" Target="../media/image299.png"/><Relationship Id="rId5" Type="http://schemas.openxmlformats.org/officeDocument/2006/relationships/image" Target="../media/image293.png"/><Relationship Id="rId10" Type="http://schemas.openxmlformats.org/officeDocument/2006/relationships/image" Target="../media/image298.png"/><Relationship Id="rId4" Type="http://schemas.openxmlformats.org/officeDocument/2006/relationships/image" Target="../media/image292.png"/><Relationship Id="rId9" Type="http://schemas.openxmlformats.org/officeDocument/2006/relationships/image" Target="../media/image297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6.png"/><Relationship Id="rId3" Type="http://schemas.openxmlformats.org/officeDocument/2006/relationships/image" Target="../media/image301.png"/><Relationship Id="rId7" Type="http://schemas.openxmlformats.org/officeDocument/2006/relationships/image" Target="../media/image305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4.png"/><Relationship Id="rId5" Type="http://schemas.openxmlformats.org/officeDocument/2006/relationships/image" Target="../media/image303.png"/><Relationship Id="rId10" Type="http://schemas.openxmlformats.org/officeDocument/2006/relationships/image" Target="../media/image308.png"/><Relationship Id="rId4" Type="http://schemas.openxmlformats.org/officeDocument/2006/relationships/image" Target="../media/image302.png"/><Relationship Id="rId9" Type="http://schemas.openxmlformats.org/officeDocument/2006/relationships/image" Target="../media/image307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png"/><Relationship Id="rId3" Type="http://schemas.openxmlformats.org/officeDocument/2006/relationships/image" Target="../media/image310.png"/><Relationship Id="rId7" Type="http://schemas.openxmlformats.org/officeDocument/2006/relationships/image" Target="../media/image314.png"/><Relationship Id="rId12" Type="http://schemas.openxmlformats.org/officeDocument/2006/relationships/image" Target="../media/image319.png"/><Relationship Id="rId2" Type="http://schemas.openxmlformats.org/officeDocument/2006/relationships/image" Target="../media/image3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3.png"/><Relationship Id="rId11" Type="http://schemas.openxmlformats.org/officeDocument/2006/relationships/image" Target="../media/image318.png"/><Relationship Id="rId5" Type="http://schemas.openxmlformats.org/officeDocument/2006/relationships/image" Target="../media/image312.png"/><Relationship Id="rId10" Type="http://schemas.openxmlformats.org/officeDocument/2006/relationships/image" Target="../media/image317.png"/><Relationship Id="rId4" Type="http://schemas.openxmlformats.org/officeDocument/2006/relationships/image" Target="../media/image311.png"/><Relationship Id="rId9" Type="http://schemas.openxmlformats.org/officeDocument/2006/relationships/image" Target="../media/image316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1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2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4.png"/><Relationship Id="rId2" Type="http://schemas.openxmlformats.org/officeDocument/2006/relationships/image" Target="../media/image3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3168073" y="3743325"/>
            <a:ext cx="73902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502" y="2698384"/>
            <a:ext cx="1200150" cy="15811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2793" y="3113993"/>
            <a:ext cx="7372350" cy="5905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3561" y="620284"/>
            <a:ext cx="10163175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034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238" y="2252626"/>
            <a:ext cx="4267200" cy="5238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5238" y="2776502"/>
            <a:ext cx="2179780" cy="48619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5238" y="3272464"/>
            <a:ext cx="3295650" cy="4953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5238" y="3704090"/>
            <a:ext cx="3771900" cy="485775"/>
          </a:xfrm>
          <a:prstGeom prst="rect">
            <a:avLst/>
          </a:prstGeom>
        </p:spPr>
      </p:pic>
      <p:cxnSp>
        <p:nvCxnSpPr>
          <p:cNvPr id="16" name="Straight Connector 15"/>
          <p:cNvCxnSpPr/>
          <p:nvPr/>
        </p:nvCxnSpPr>
        <p:spPr>
          <a:xfrm>
            <a:off x="5938982" y="2252626"/>
            <a:ext cx="0" cy="25872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5238" y="4175599"/>
            <a:ext cx="3371850" cy="51435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3561" y="620284"/>
            <a:ext cx="10163175" cy="5334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7179" y="2936350"/>
            <a:ext cx="4638675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22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454" y="627062"/>
            <a:ext cx="4267200" cy="52387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925454" y="1150937"/>
            <a:ext cx="41471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1365106"/>
            <a:ext cx="11164277" cy="150181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940" y="2780706"/>
            <a:ext cx="5346764" cy="253438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2385" y="2706134"/>
            <a:ext cx="5567106" cy="244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269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15" y="954510"/>
            <a:ext cx="8291067" cy="2635344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9352980" y="826438"/>
            <a:ext cx="0" cy="28914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526312" y="957675"/>
            <a:ext cx="1945685" cy="2382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was first developed by </a:t>
            </a:r>
            <a:r>
              <a:rPr lang="en-US" sz="2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Evelyn Fix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sz="2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Joseph Hodges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1951 and later expanded by </a:t>
            </a:r>
            <a:r>
              <a:rPr lang="en-US" sz="2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Thomas Cover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9744" y="4137341"/>
            <a:ext cx="3072253" cy="174321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6884" y="4137341"/>
            <a:ext cx="3051765" cy="174321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7709" y="4147344"/>
            <a:ext cx="3074333" cy="1738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892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7562" y="960298"/>
            <a:ext cx="7571929" cy="445314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438" y="2317450"/>
            <a:ext cx="3863030" cy="2664629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8183418" y="1256147"/>
            <a:ext cx="2244437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174836" y="2087418"/>
            <a:ext cx="0" cy="3251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349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662" y="689877"/>
            <a:ext cx="7106101" cy="327284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25" y="2584680"/>
            <a:ext cx="2035392" cy="13023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177" y="4348702"/>
            <a:ext cx="2497289" cy="13023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6594" y="4330428"/>
            <a:ext cx="2497289" cy="13389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1011" y="4326525"/>
            <a:ext cx="2590683" cy="13428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9299" y="4322562"/>
            <a:ext cx="2671511" cy="1348948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5" name="Straight Connector 14"/>
          <p:cNvCxnSpPr/>
          <p:nvPr/>
        </p:nvCxnSpPr>
        <p:spPr>
          <a:xfrm>
            <a:off x="3048000" y="2198255"/>
            <a:ext cx="0" cy="1878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0378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937874"/>
            <a:ext cx="11302122" cy="218401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8517" y="3178748"/>
            <a:ext cx="7972178" cy="300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436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3853" y="666822"/>
            <a:ext cx="7629238" cy="539686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439" y="2687782"/>
            <a:ext cx="3677548" cy="186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700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682481"/>
            <a:ext cx="7704703" cy="447140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4971" y="2660073"/>
            <a:ext cx="4254593" cy="23684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3795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6429" y="689985"/>
            <a:ext cx="7611465" cy="50042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270" y="2802263"/>
            <a:ext cx="3571285" cy="2502712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3953164" y="689985"/>
            <a:ext cx="0" cy="50042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532" y="774321"/>
            <a:ext cx="3101207" cy="185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116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733136"/>
            <a:ext cx="3460449" cy="41318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671" y="822571"/>
            <a:ext cx="5005820" cy="210578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226" y="1395400"/>
            <a:ext cx="6502893" cy="123696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270" y="2725168"/>
            <a:ext cx="6039853" cy="333389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1493" y="3343561"/>
            <a:ext cx="5927395" cy="278435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202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7091" y="570717"/>
            <a:ext cx="7204364" cy="552983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71167" y="3152296"/>
            <a:ext cx="4515572" cy="366678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2613891" y="729673"/>
            <a:ext cx="0" cy="53340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724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836" y="2157558"/>
            <a:ext cx="2495550" cy="40005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2137836" y="2623128"/>
            <a:ext cx="23520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88" y="663892"/>
            <a:ext cx="5551632" cy="412054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2939752"/>
            <a:ext cx="6088847" cy="184468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41" y="4849957"/>
            <a:ext cx="10903692" cy="122360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3912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05" y="671373"/>
            <a:ext cx="6612872" cy="465426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8188" y="1356546"/>
            <a:ext cx="5606165" cy="3464835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6518188" y="1625600"/>
            <a:ext cx="0" cy="3094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375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2764" y="753088"/>
            <a:ext cx="4239491" cy="525479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65" y="3841178"/>
            <a:ext cx="6399645" cy="194803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864" y="989709"/>
            <a:ext cx="6399645" cy="285146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430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117" y="684386"/>
            <a:ext cx="6878637" cy="509668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1792750"/>
            <a:ext cx="4403757" cy="265219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151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784" y="658645"/>
            <a:ext cx="6650182" cy="210787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069" y="2664493"/>
            <a:ext cx="6397612" cy="375942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917" y="1019969"/>
            <a:ext cx="3598198" cy="422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520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413" y="655857"/>
            <a:ext cx="8448386" cy="534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972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9" y="597864"/>
            <a:ext cx="6908801" cy="610804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3001818"/>
            <a:ext cx="5038580" cy="2650114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6935824" y="2780145"/>
            <a:ext cx="0" cy="32881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433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20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770" y="645534"/>
            <a:ext cx="2158567" cy="48146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913745" y="1126999"/>
            <a:ext cx="222459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283" y="1168965"/>
            <a:ext cx="9833540" cy="121492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054" y="2609857"/>
            <a:ext cx="5662437" cy="2458173"/>
          </a:xfrm>
          <a:prstGeom prst="rect">
            <a:avLst/>
          </a:prstGeom>
        </p:spPr>
      </p:pic>
      <p:pic>
        <p:nvPicPr>
          <p:cNvPr id="1026" name="Picture 2" descr="Mastering Decision Tree Models for Smarter Decisions | by Sachin Soni |  Medium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2" y="2383888"/>
            <a:ext cx="6012601" cy="3017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4751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727" y="1003283"/>
            <a:ext cx="4589083" cy="304880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30" y="4249213"/>
            <a:ext cx="11748850" cy="128336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1132318"/>
            <a:ext cx="6443794" cy="2973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961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22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107" y="768640"/>
            <a:ext cx="5714173" cy="464480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246" y="1507669"/>
            <a:ext cx="567690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924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893" y="1772125"/>
            <a:ext cx="8371917" cy="279063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11" y="920503"/>
            <a:ext cx="2838450" cy="4067175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3275837" y="2161310"/>
            <a:ext cx="8103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4559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24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308" y="848009"/>
            <a:ext cx="7529186" cy="488777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90" y="681753"/>
            <a:ext cx="2447925" cy="1076325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658965" y="1673230"/>
            <a:ext cx="23613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391" y="2210659"/>
            <a:ext cx="2763244" cy="311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835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25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30" y="791073"/>
            <a:ext cx="8530215" cy="116039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957" y="2232469"/>
            <a:ext cx="4979425" cy="29858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7383" y="1969077"/>
            <a:ext cx="6794093" cy="365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929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9722" y="831851"/>
            <a:ext cx="7894433" cy="476095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916215" y="1246910"/>
            <a:ext cx="47013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42" y="2636481"/>
            <a:ext cx="3743325" cy="1809750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3870036" y="2410691"/>
            <a:ext cx="0" cy="2392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1787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292" y="804615"/>
            <a:ext cx="8359199" cy="441393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500292" y="1182255"/>
            <a:ext cx="35652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176" y="3772749"/>
            <a:ext cx="3445164" cy="199074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669348"/>
            <a:ext cx="2838450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069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9116" y="651164"/>
            <a:ext cx="6619875" cy="4572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2749116" y="1108364"/>
            <a:ext cx="66198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189" y="1625600"/>
            <a:ext cx="7452302" cy="340652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993" y="1466055"/>
            <a:ext cx="2087290" cy="306921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863" y="2823625"/>
            <a:ext cx="1877025" cy="2885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769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622" y="870056"/>
            <a:ext cx="6692611" cy="510023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344" y="720968"/>
            <a:ext cx="1586797" cy="5249319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9716654" y="870056"/>
            <a:ext cx="0" cy="51002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008" y="869229"/>
            <a:ext cx="1379456" cy="5319135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2489200" y="870056"/>
            <a:ext cx="0" cy="51002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556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634132" y="2769611"/>
            <a:ext cx="3943350" cy="4953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85194" y="951345"/>
            <a:ext cx="0" cy="42394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7977" y="1017299"/>
            <a:ext cx="8948610" cy="428437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8666" y="1756039"/>
            <a:ext cx="4123807" cy="2393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367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31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291" y="677199"/>
            <a:ext cx="9981558" cy="53676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1119619" y="3106801"/>
            <a:ext cx="3641870" cy="36065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9472772" y="3192777"/>
            <a:ext cx="3939598" cy="336478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11181972" y="840509"/>
            <a:ext cx="0" cy="50245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898173" y="848725"/>
            <a:ext cx="0" cy="50245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0374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231" y="585932"/>
            <a:ext cx="5238750" cy="4953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535231" y="1081232"/>
            <a:ext cx="50822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4841" y="1351973"/>
            <a:ext cx="9363075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683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4043" y="836034"/>
            <a:ext cx="9001125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903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8274" y="1388963"/>
            <a:ext cx="4737822" cy="37964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7" y="1476774"/>
            <a:ext cx="6979657" cy="379786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229" y="678296"/>
            <a:ext cx="3295650" cy="495300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4322618" y="1136652"/>
            <a:ext cx="338426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1891" y="5307164"/>
            <a:ext cx="3030825" cy="33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625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824" y="1483266"/>
            <a:ext cx="8284244" cy="189378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314" y="3840480"/>
            <a:ext cx="4007754" cy="19890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979" y="3840480"/>
            <a:ext cx="3973650" cy="19890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1753" y="3441519"/>
            <a:ext cx="2409058" cy="238803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1752" y="669217"/>
            <a:ext cx="2409058" cy="26245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979" y="858763"/>
            <a:ext cx="5995787" cy="38180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772979" y="1266466"/>
            <a:ext cx="599578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2372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1656916"/>
            <a:ext cx="7591425" cy="38957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889" y="992119"/>
            <a:ext cx="5645295" cy="379100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1004889" y="1371219"/>
            <a:ext cx="55344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0619" y="2900218"/>
            <a:ext cx="4123678" cy="287346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4482" y="820039"/>
            <a:ext cx="3635952" cy="1863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260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985" y="831273"/>
            <a:ext cx="8000315" cy="502111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-535283" y="3182864"/>
            <a:ext cx="5343958" cy="379979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2391338" y="700874"/>
            <a:ext cx="0" cy="52658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8798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4" y="844839"/>
            <a:ext cx="4605758" cy="413443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258282"/>
            <a:ext cx="4605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413" y="1514903"/>
            <a:ext cx="7474532" cy="343466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4944" y="2065688"/>
            <a:ext cx="4024425" cy="205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700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39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980089"/>
            <a:ext cx="4559576" cy="401833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446533" y="1381922"/>
            <a:ext cx="44764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643" y="1645178"/>
            <a:ext cx="8337248" cy="307663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2962" y="762514"/>
            <a:ext cx="1590675" cy="22098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9116" y="3786373"/>
            <a:ext cx="3000375" cy="22574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0220162" y="3158981"/>
            <a:ext cx="676275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704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816841"/>
            <a:ext cx="5991225" cy="4953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312141"/>
            <a:ext cx="591732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1638" y="1436820"/>
            <a:ext cx="7276234" cy="331637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1639" y="4703686"/>
            <a:ext cx="7276233" cy="11024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4314" y="1318557"/>
            <a:ext cx="3035177" cy="3936358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8707872" y="1312141"/>
            <a:ext cx="0" cy="44264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765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280" y="1409700"/>
            <a:ext cx="7915275" cy="44767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341" y="688686"/>
            <a:ext cx="3781425" cy="4191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1358467"/>
            <a:ext cx="2371725" cy="409575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446533" y="1758806"/>
            <a:ext cx="23717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168341" y="1116879"/>
            <a:ext cx="3781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617" y="3648075"/>
            <a:ext cx="2585503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992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066" y="608589"/>
            <a:ext cx="5133975" cy="5238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1307811"/>
            <a:ext cx="2457450" cy="4000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618" y="1998518"/>
            <a:ext cx="6918037" cy="255435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0" y="2336560"/>
            <a:ext cx="4235104" cy="1801331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7518400" y="2142836"/>
            <a:ext cx="0" cy="24100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492066" y="1067812"/>
            <a:ext cx="513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46533" y="1707861"/>
            <a:ext cx="23797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79272" y="4747599"/>
            <a:ext cx="4358842" cy="118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683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59" y="1094101"/>
            <a:ext cx="7157607" cy="55123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561" y="1481717"/>
            <a:ext cx="4256798" cy="4180176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557369" y="1010662"/>
            <a:ext cx="269383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369" y="610612"/>
            <a:ext cx="2600325" cy="400050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7636166" y="1010662"/>
            <a:ext cx="0" cy="52515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7785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066" y="608589"/>
            <a:ext cx="5133975" cy="523875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3492066" y="1067812"/>
            <a:ext cx="513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1239050"/>
            <a:ext cx="2590800" cy="381000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446533" y="1624737"/>
            <a:ext cx="2590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1783630"/>
            <a:ext cx="7118049" cy="470847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4582" y="3099226"/>
            <a:ext cx="2681308" cy="1038639"/>
          </a:xfrm>
          <a:prstGeom prst="rect">
            <a:avLst/>
          </a:prstGeom>
        </p:spPr>
      </p:pic>
      <p:cxnSp>
        <p:nvCxnSpPr>
          <p:cNvPr id="19" name="Straight Connector 18"/>
          <p:cNvCxnSpPr/>
          <p:nvPr/>
        </p:nvCxnSpPr>
        <p:spPr>
          <a:xfrm>
            <a:off x="7435273" y="2932978"/>
            <a:ext cx="0" cy="14265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675418" y="4747491"/>
            <a:ext cx="0" cy="1496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6255" y="4839855"/>
            <a:ext cx="4036290" cy="106534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4400" y="660253"/>
            <a:ext cx="2057400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21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720296"/>
            <a:ext cx="4014631" cy="36769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136079"/>
            <a:ext cx="401463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719" y="1436559"/>
            <a:ext cx="4008947" cy="356695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6345719" y="1856418"/>
            <a:ext cx="40089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18" y="1326079"/>
            <a:ext cx="5763491" cy="2662617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6059055" y="873826"/>
            <a:ext cx="0" cy="34359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9894" y="2110722"/>
            <a:ext cx="5854268" cy="151807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533" y="4316018"/>
            <a:ext cx="4219575" cy="381000"/>
          </a:xfrm>
          <a:prstGeom prst="rect">
            <a:avLst/>
          </a:prstGeom>
        </p:spPr>
      </p:pic>
      <p:cxnSp>
        <p:nvCxnSpPr>
          <p:cNvPr id="19" name="Straight Connector 18"/>
          <p:cNvCxnSpPr/>
          <p:nvPr/>
        </p:nvCxnSpPr>
        <p:spPr>
          <a:xfrm>
            <a:off x="391117" y="4753210"/>
            <a:ext cx="42195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118" y="4897709"/>
            <a:ext cx="11468374" cy="108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437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3104" y="673821"/>
            <a:ext cx="3771900" cy="48577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173104" y="1159596"/>
            <a:ext cx="367780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334" y="898004"/>
            <a:ext cx="2761237" cy="26097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335" y="3687148"/>
            <a:ext cx="2761237" cy="21423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945" y="1429470"/>
            <a:ext cx="7333673" cy="3284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125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15" y="1243829"/>
            <a:ext cx="4819650" cy="51435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899115" y="1758179"/>
            <a:ext cx="47535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05" y="1875916"/>
            <a:ext cx="6902554" cy="346276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0727" y="622589"/>
            <a:ext cx="2355128" cy="282481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1533" y="3607301"/>
            <a:ext cx="3585307" cy="311165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5955" y="6112643"/>
            <a:ext cx="3641876" cy="311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633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48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66" y="759691"/>
            <a:ext cx="10747940" cy="313141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65" y="4144292"/>
            <a:ext cx="10747941" cy="175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094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2146" y="968594"/>
            <a:ext cx="9494982" cy="9706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690" y="968594"/>
            <a:ext cx="1884219" cy="33418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690" y="2208693"/>
            <a:ext cx="2595418" cy="31090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6887" y="2667304"/>
            <a:ext cx="9920241" cy="2414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661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50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06" y="705794"/>
            <a:ext cx="10784885" cy="458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316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666" y="699077"/>
            <a:ext cx="6200775" cy="495300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2958666" y="1194377"/>
            <a:ext cx="606510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1689677"/>
            <a:ext cx="1828800" cy="466725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494308" y="2169968"/>
            <a:ext cx="17332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4844" y="1813253"/>
            <a:ext cx="3822283" cy="347273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721" y="2439887"/>
            <a:ext cx="7778590" cy="195310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095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3623" y="581714"/>
            <a:ext cx="2490932" cy="27604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990" y="3212823"/>
            <a:ext cx="2635486" cy="27983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7084" y="5649226"/>
            <a:ext cx="4819650" cy="3619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533" y="665451"/>
            <a:ext cx="1762125" cy="428625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446533" y="1094076"/>
            <a:ext cx="1693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3176" y="1170136"/>
            <a:ext cx="6629379" cy="406612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891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12" y="1502337"/>
            <a:ext cx="7255208" cy="295882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868362"/>
            <a:ext cx="1695450" cy="447675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446533" y="1316037"/>
            <a:ext cx="16954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7327" y="1408402"/>
            <a:ext cx="3722164" cy="305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294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813521"/>
            <a:ext cx="1905000" cy="40957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223096"/>
            <a:ext cx="17886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341" y="1347775"/>
            <a:ext cx="7430361" cy="371936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5638" y="575816"/>
            <a:ext cx="2742107" cy="263164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5638" y="3207458"/>
            <a:ext cx="2835172" cy="270989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4088" y="5617645"/>
            <a:ext cx="4781550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986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4" y="696768"/>
            <a:ext cx="11412958" cy="47288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1257467"/>
            <a:ext cx="4305300" cy="466725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397158" y="1724192"/>
            <a:ext cx="43595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425" y="1931015"/>
            <a:ext cx="7364412" cy="300401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7854" y="1931015"/>
            <a:ext cx="3860800" cy="399786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533" y="5058724"/>
            <a:ext cx="7099576" cy="152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330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1472912"/>
            <a:ext cx="6738246" cy="233247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814644"/>
            <a:ext cx="5305425" cy="409575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446533" y="1224219"/>
            <a:ext cx="531695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5652" y="756036"/>
            <a:ext cx="3398903" cy="278798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533" y="3826492"/>
            <a:ext cx="9379008" cy="286063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5329" y="4391428"/>
            <a:ext cx="2352675" cy="1095375"/>
          </a:xfrm>
          <a:prstGeom prst="rect">
            <a:avLst/>
          </a:prstGeom>
        </p:spPr>
      </p:pic>
      <p:cxnSp>
        <p:nvCxnSpPr>
          <p:cNvPr id="20" name="Straight Connector 19"/>
          <p:cNvCxnSpPr/>
          <p:nvPr/>
        </p:nvCxnSpPr>
        <p:spPr>
          <a:xfrm>
            <a:off x="9411441" y="4253283"/>
            <a:ext cx="0" cy="14824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1596" y="5959961"/>
            <a:ext cx="1238086" cy="751966"/>
          </a:xfrm>
          <a:prstGeom prst="rect">
            <a:avLst/>
          </a:prstGeom>
        </p:spPr>
      </p:pic>
      <p:cxnSp>
        <p:nvCxnSpPr>
          <p:cNvPr id="23" name="Straight Connector 22"/>
          <p:cNvCxnSpPr/>
          <p:nvPr/>
        </p:nvCxnSpPr>
        <p:spPr>
          <a:xfrm>
            <a:off x="8959273" y="5959961"/>
            <a:ext cx="0" cy="7519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9993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730105"/>
            <a:ext cx="5676900" cy="42862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158730"/>
            <a:ext cx="57080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69" y="1025237"/>
            <a:ext cx="3602422" cy="289170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969" y="1283408"/>
            <a:ext cx="6882464" cy="385200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8892" y="4444749"/>
            <a:ext cx="2324936" cy="996401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7541433" y="4424218"/>
            <a:ext cx="0" cy="1099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025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664296"/>
            <a:ext cx="1733550" cy="50482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150649"/>
            <a:ext cx="17335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5819" y="1631505"/>
            <a:ext cx="4849425" cy="295297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619" y="1219490"/>
            <a:ext cx="6807200" cy="235488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618" y="3862526"/>
            <a:ext cx="6622471" cy="101884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5714" y="4584477"/>
            <a:ext cx="4905375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829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59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072" y="769650"/>
            <a:ext cx="9321964" cy="72940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6691" y="1702233"/>
            <a:ext cx="7324725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60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805" y="711055"/>
            <a:ext cx="6743700" cy="466725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854036" y="1177780"/>
            <a:ext cx="66784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577" y="1290782"/>
            <a:ext cx="9105900" cy="4572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061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61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275" y="927100"/>
            <a:ext cx="8963025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745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731" y="650873"/>
            <a:ext cx="8667750" cy="47625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820731" y="1127123"/>
            <a:ext cx="855170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379" y="1342007"/>
            <a:ext cx="4064809" cy="206533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5501" y="3479353"/>
            <a:ext cx="4629150" cy="2667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465" y="1344748"/>
            <a:ext cx="4514850" cy="4381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9616" y="4015570"/>
            <a:ext cx="4064809" cy="208271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6780" y="6192742"/>
            <a:ext cx="3457575" cy="2762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543" y="1917541"/>
            <a:ext cx="7423584" cy="135528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6465" y="4020764"/>
            <a:ext cx="7245062" cy="207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775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63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4989" y="923405"/>
            <a:ext cx="3999457" cy="20388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644" y="705716"/>
            <a:ext cx="3926465" cy="43537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4160" y="3110028"/>
            <a:ext cx="3676650" cy="2952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618" y="1319882"/>
            <a:ext cx="7333673" cy="103153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618" y="2837746"/>
            <a:ext cx="7333673" cy="106981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2036" y="3526011"/>
            <a:ext cx="5487537" cy="65224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47309" y="4369651"/>
            <a:ext cx="9615020" cy="142501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37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64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5105" y="877165"/>
            <a:ext cx="4196595" cy="195994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7977" y="2984851"/>
            <a:ext cx="2990850" cy="2667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720291"/>
            <a:ext cx="5105400" cy="4667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5105" y="3411984"/>
            <a:ext cx="4196595" cy="188450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50" y="1312753"/>
            <a:ext cx="6933623" cy="121757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533" y="2533700"/>
            <a:ext cx="6814993" cy="328630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533" y="5804211"/>
            <a:ext cx="7626350" cy="31402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3227" y="5353068"/>
            <a:ext cx="2895600" cy="561975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0222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738187"/>
            <a:ext cx="5876925" cy="50482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243012"/>
            <a:ext cx="57787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880" y="1562752"/>
            <a:ext cx="11714611" cy="92483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344" y="2647522"/>
            <a:ext cx="2076450" cy="5619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201" y="2272186"/>
            <a:ext cx="8142290" cy="1419298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3570973" y="2272186"/>
            <a:ext cx="0" cy="14192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533" y="3998843"/>
            <a:ext cx="6391275" cy="466725"/>
          </a:xfrm>
          <a:prstGeom prst="rect">
            <a:avLst/>
          </a:prstGeom>
        </p:spPr>
      </p:pic>
      <p:cxnSp>
        <p:nvCxnSpPr>
          <p:cNvPr id="18" name="Straight Connector 17"/>
          <p:cNvCxnSpPr/>
          <p:nvPr/>
        </p:nvCxnSpPr>
        <p:spPr>
          <a:xfrm>
            <a:off x="446533" y="4465568"/>
            <a:ext cx="63912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80" y="4708455"/>
            <a:ext cx="8869811" cy="385288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77736" y="5059443"/>
            <a:ext cx="7036955" cy="39094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69042" y="4723518"/>
            <a:ext cx="1885950" cy="676275"/>
          </a:xfrm>
          <a:prstGeom prst="rect">
            <a:avLst/>
          </a:prstGeom>
        </p:spPr>
      </p:pic>
      <p:cxnSp>
        <p:nvCxnSpPr>
          <p:cNvPr id="26" name="Straight Connector 25"/>
          <p:cNvCxnSpPr/>
          <p:nvPr/>
        </p:nvCxnSpPr>
        <p:spPr>
          <a:xfrm>
            <a:off x="9208655" y="4599709"/>
            <a:ext cx="0" cy="988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7079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66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688109"/>
            <a:ext cx="5534025" cy="457200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446533" y="1145309"/>
            <a:ext cx="55340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438" y="1279243"/>
            <a:ext cx="11813307" cy="39820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8950" y="1765255"/>
            <a:ext cx="10100541" cy="193848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438" y="1829831"/>
            <a:ext cx="1546512" cy="37857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8950" y="4005055"/>
            <a:ext cx="10100541" cy="195781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438" y="3691627"/>
            <a:ext cx="2093080" cy="317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397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748289"/>
            <a:ext cx="7677150" cy="44767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34113" y="1232908"/>
            <a:ext cx="75972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3067" y="1510734"/>
            <a:ext cx="8497743" cy="432837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952" y="1811572"/>
            <a:ext cx="2159948" cy="3333083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3038764" y="1510734"/>
            <a:ext cx="0" cy="44097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2243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794759"/>
            <a:ext cx="8058150" cy="42862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241856"/>
            <a:ext cx="80581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369" y="1736713"/>
            <a:ext cx="8429613" cy="386976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36" y="1745716"/>
            <a:ext cx="2140747" cy="3278866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9116291" y="1634836"/>
            <a:ext cx="0" cy="38885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987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652828"/>
            <a:ext cx="2857500" cy="42862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78691" y="1081453"/>
            <a:ext cx="29253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037" y="867140"/>
            <a:ext cx="2346738" cy="259649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927" y="1206132"/>
            <a:ext cx="7227644" cy="248007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9002" y="3833944"/>
            <a:ext cx="6131808" cy="206084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891" y="3866374"/>
            <a:ext cx="4627339" cy="1942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641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70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505" y="3075300"/>
            <a:ext cx="7148217" cy="296953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164" y="1322711"/>
            <a:ext cx="8372884" cy="192883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8681" y="656542"/>
            <a:ext cx="3371850" cy="514350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4396509" y="1170892"/>
            <a:ext cx="344402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235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681" y="656542"/>
            <a:ext cx="3371850" cy="51435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396509" y="1170892"/>
            <a:ext cx="344402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539" y="1714729"/>
            <a:ext cx="5999264" cy="3451631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5705856" y="1636776"/>
            <a:ext cx="0" cy="39593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457" y="2029479"/>
            <a:ext cx="5299757" cy="300452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533" y="1710386"/>
            <a:ext cx="1581722" cy="34177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0331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735901"/>
            <a:ext cx="6572250" cy="466725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446533" y="1202626"/>
            <a:ext cx="64937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18" y="1453801"/>
            <a:ext cx="11254138" cy="121948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8647" y="2264082"/>
            <a:ext cx="8455301" cy="3514926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2569464" y="2264082"/>
            <a:ext cx="0" cy="35149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6468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73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648081"/>
            <a:ext cx="4981575" cy="51435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521208" y="1162431"/>
            <a:ext cx="49069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1365695"/>
            <a:ext cx="11412958" cy="9084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8442" y="2889320"/>
            <a:ext cx="2085975" cy="25241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991" y="5508851"/>
            <a:ext cx="1666875" cy="3238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2757" y="3432401"/>
            <a:ext cx="4810125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81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74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94587" y="2851193"/>
            <a:ext cx="2964942" cy="39486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80" y="1415425"/>
            <a:ext cx="5293078" cy="32664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4506" y="1397138"/>
            <a:ext cx="5495931" cy="32664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941" y="4838426"/>
            <a:ext cx="11729166" cy="169412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451" y="128082"/>
            <a:ext cx="11469040" cy="67445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533" y="226461"/>
            <a:ext cx="11541251" cy="105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86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723519"/>
            <a:ext cx="4171950" cy="40005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123569"/>
            <a:ext cx="41719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12" y="1266825"/>
            <a:ext cx="11382375" cy="43243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968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76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782002"/>
            <a:ext cx="4743450" cy="44767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229677"/>
            <a:ext cx="47434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1486852"/>
            <a:ext cx="10077450" cy="381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778" y="2616901"/>
            <a:ext cx="2857500" cy="7239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8223" y="2015591"/>
            <a:ext cx="7608951" cy="2351692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4078223" y="2015591"/>
            <a:ext cx="0" cy="22546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5850" y="4367283"/>
            <a:ext cx="4362450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45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968" y="652462"/>
            <a:ext cx="3343275" cy="52387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82968" y="1176337"/>
            <a:ext cx="32528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1480947"/>
            <a:ext cx="1990725" cy="476250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812894" y="1920621"/>
            <a:ext cx="15462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38" y="2196545"/>
            <a:ext cx="10791825" cy="2190750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>
            <a:off x="4482968" y="3639312"/>
            <a:ext cx="0" cy="7479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038" y="4511974"/>
            <a:ext cx="10715625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487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558300" y="614959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78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613029"/>
            <a:ext cx="3219450" cy="43815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767174" y="1014603"/>
            <a:ext cx="28439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618" y="1227963"/>
            <a:ext cx="11229975" cy="7810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4866" y="1731645"/>
            <a:ext cx="6219825" cy="60960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2056258" y="1704213"/>
            <a:ext cx="0" cy="7463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605" y="2660812"/>
            <a:ext cx="3514725" cy="4572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4672" y="2516303"/>
            <a:ext cx="4114800" cy="742950"/>
          </a:xfrm>
          <a:prstGeom prst="rect">
            <a:avLst/>
          </a:prstGeom>
        </p:spPr>
      </p:pic>
      <p:cxnSp>
        <p:nvCxnSpPr>
          <p:cNvPr id="16" name="Straight Connector 15"/>
          <p:cNvCxnSpPr/>
          <p:nvPr/>
        </p:nvCxnSpPr>
        <p:spPr>
          <a:xfrm>
            <a:off x="4453128" y="2395728"/>
            <a:ext cx="0" cy="10149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6913" y="3510251"/>
            <a:ext cx="4657725" cy="70485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605" y="3506026"/>
            <a:ext cx="5695950" cy="828675"/>
          </a:xfrm>
          <a:prstGeom prst="rect">
            <a:avLst/>
          </a:prstGeom>
        </p:spPr>
      </p:pic>
      <p:cxnSp>
        <p:nvCxnSpPr>
          <p:cNvPr id="23" name="Straight Connector 22"/>
          <p:cNvCxnSpPr/>
          <p:nvPr/>
        </p:nvCxnSpPr>
        <p:spPr>
          <a:xfrm>
            <a:off x="6397752" y="3432874"/>
            <a:ext cx="0" cy="9379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618" y="4722715"/>
            <a:ext cx="5248275" cy="457200"/>
          </a:xfrm>
          <a:prstGeom prst="rect">
            <a:avLst/>
          </a:prstGeom>
        </p:spPr>
      </p:pic>
      <p:cxnSp>
        <p:nvCxnSpPr>
          <p:cNvPr id="25" name="Straight Connector 24"/>
          <p:cNvCxnSpPr/>
          <p:nvPr/>
        </p:nvCxnSpPr>
        <p:spPr>
          <a:xfrm>
            <a:off x="869403" y="5179915"/>
            <a:ext cx="48727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43872" y="5510241"/>
            <a:ext cx="4314825" cy="61912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7174" y="5429279"/>
            <a:ext cx="6029325" cy="781050"/>
          </a:xfrm>
          <a:prstGeom prst="rect">
            <a:avLst/>
          </a:prstGeom>
        </p:spPr>
      </p:pic>
      <p:cxnSp>
        <p:nvCxnSpPr>
          <p:cNvPr id="31" name="Straight Connector 30"/>
          <p:cNvCxnSpPr/>
          <p:nvPr/>
        </p:nvCxnSpPr>
        <p:spPr>
          <a:xfrm>
            <a:off x="7022592" y="5429279"/>
            <a:ext cx="0" cy="7810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7174" y="6238362"/>
            <a:ext cx="443865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285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79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62" y="770323"/>
            <a:ext cx="3724275" cy="438150"/>
          </a:xfrm>
          <a:prstGeom prst="rect">
            <a:avLst/>
          </a:prstGeom>
        </p:spPr>
      </p:pic>
      <p:cxnSp>
        <p:nvCxnSpPr>
          <p:cNvPr id="4" name="Straight Connector 3"/>
          <p:cNvCxnSpPr/>
          <p:nvPr/>
        </p:nvCxnSpPr>
        <p:spPr>
          <a:xfrm>
            <a:off x="757386" y="1180765"/>
            <a:ext cx="33302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386" y="1624808"/>
            <a:ext cx="7362825" cy="4762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323" y="1062833"/>
            <a:ext cx="3876675" cy="160020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7952509" y="989398"/>
            <a:ext cx="0" cy="16060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533" y="2183930"/>
            <a:ext cx="6102049" cy="76390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533" y="3122293"/>
            <a:ext cx="3430793" cy="165691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87685" y="3122292"/>
            <a:ext cx="3408696" cy="165691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06740" y="3122292"/>
            <a:ext cx="3372072" cy="165691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1929" y="4938163"/>
            <a:ext cx="3379539" cy="165691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83976" y="4938162"/>
            <a:ext cx="3372072" cy="1656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390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80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757815"/>
            <a:ext cx="4200525" cy="42862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738909" y="1186440"/>
            <a:ext cx="3908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3479" y="1444832"/>
            <a:ext cx="3419475" cy="19716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379" y="941850"/>
            <a:ext cx="4305300" cy="4286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1917" y="1357017"/>
            <a:ext cx="4997574" cy="268909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533" y="3904168"/>
            <a:ext cx="4333875" cy="438150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>
            <a:off x="794330" y="4342318"/>
            <a:ext cx="39111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5330" y="4603930"/>
            <a:ext cx="4000500" cy="111442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866" y="4568506"/>
            <a:ext cx="3857625" cy="100965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05" y="4776265"/>
            <a:ext cx="1952625" cy="37147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03260" y="4823890"/>
            <a:ext cx="1781175" cy="323850"/>
          </a:xfrm>
          <a:prstGeom prst="rect">
            <a:avLst/>
          </a:prstGeom>
        </p:spPr>
      </p:pic>
      <p:cxnSp>
        <p:nvCxnSpPr>
          <p:cNvPr id="21" name="Straight Connector 20"/>
          <p:cNvCxnSpPr/>
          <p:nvPr/>
        </p:nvCxnSpPr>
        <p:spPr>
          <a:xfrm>
            <a:off x="7927978" y="4540798"/>
            <a:ext cx="0" cy="11498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920678" y="4568506"/>
            <a:ext cx="0" cy="11498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583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81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744105"/>
            <a:ext cx="3324225" cy="4191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822038" y="1163205"/>
            <a:ext cx="28817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079" y="1163205"/>
            <a:ext cx="1466850" cy="4095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7130" y="953655"/>
            <a:ext cx="4686300" cy="1123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5671130" y="868218"/>
            <a:ext cx="0" cy="1209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533" y="2089622"/>
            <a:ext cx="2333625" cy="419100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757386" y="2508722"/>
            <a:ext cx="19581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4316" y="2714340"/>
            <a:ext cx="800100" cy="33337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0391" y="2385727"/>
            <a:ext cx="3981450" cy="990600"/>
          </a:xfrm>
          <a:prstGeom prst="rect">
            <a:avLst/>
          </a:prstGeom>
        </p:spPr>
      </p:pic>
      <p:cxnSp>
        <p:nvCxnSpPr>
          <p:cNvPr id="19" name="Straight Connector 18"/>
          <p:cNvCxnSpPr/>
          <p:nvPr/>
        </p:nvCxnSpPr>
        <p:spPr>
          <a:xfrm>
            <a:off x="3962403" y="2299172"/>
            <a:ext cx="0" cy="12106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441" y="3737016"/>
            <a:ext cx="4657725" cy="400050"/>
          </a:xfrm>
          <a:prstGeom prst="rect">
            <a:avLst/>
          </a:prstGeom>
        </p:spPr>
      </p:pic>
      <p:cxnSp>
        <p:nvCxnSpPr>
          <p:cNvPr id="23" name="Straight Connector 22"/>
          <p:cNvCxnSpPr/>
          <p:nvPr/>
        </p:nvCxnSpPr>
        <p:spPr>
          <a:xfrm>
            <a:off x="311441" y="4137066"/>
            <a:ext cx="46577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1441" y="4329046"/>
            <a:ext cx="6515100" cy="35242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5880" y="4755358"/>
            <a:ext cx="4152900" cy="762000"/>
          </a:xfrm>
          <a:prstGeom prst="rect">
            <a:avLst/>
          </a:prstGeom>
        </p:spPr>
      </p:pic>
      <p:cxnSp>
        <p:nvCxnSpPr>
          <p:cNvPr id="27" name="Straight Connector 26"/>
          <p:cNvCxnSpPr/>
          <p:nvPr/>
        </p:nvCxnSpPr>
        <p:spPr>
          <a:xfrm>
            <a:off x="6003640" y="4681471"/>
            <a:ext cx="0" cy="9342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54606" y="4723866"/>
            <a:ext cx="5503739" cy="849452"/>
          </a:xfrm>
          <a:prstGeom prst="rect">
            <a:avLst/>
          </a:prstGeom>
        </p:spPr>
      </p:pic>
      <p:cxnSp>
        <p:nvCxnSpPr>
          <p:cNvPr id="29" name="Straight Connector 28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1441" y="5689346"/>
            <a:ext cx="5476875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321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82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768" y="633268"/>
            <a:ext cx="4257675" cy="4191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4025768" y="1117600"/>
            <a:ext cx="42576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1917" y="1208732"/>
            <a:ext cx="4905375" cy="3905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681" y="1690388"/>
            <a:ext cx="9875982" cy="508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087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83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29" y="1119909"/>
            <a:ext cx="5534967" cy="2286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91" y="3730480"/>
            <a:ext cx="10435936" cy="21338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4500" y="1216818"/>
            <a:ext cx="5553000" cy="2092182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5985164" y="1119909"/>
            <a:ext cx="0" cy="228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5728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UR.pptx" id="{C8B94E25-33BD-45D5-BF09-DFDE6F66F827}" vid="{3906A810-667D-48F7-952C-A904CEA9ED6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1167</Words>
  <Application>Microsoft Office PowerPoint</Application>
  <PresentationFormat>Widescreen</PresentationFormat>
  <Paragraphs>155</Paragraphs>
  <Slides>83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9" baseType="lpstr">
      <vt:lpstr>Calibri</vt:lpstr>
      <vt:lpstr>Franklin Gothic Book</vt:lpstr>
      <vt:lpstr>Franklin Gothic Demi</vt:lpstr>
      <vt:lpstr>Times New Roman</vt:lpstr>
      <vt:lpstr>Wingdings 2</vt:lpstr>
      <vt:lpstr>DividendVTI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2026-02-23T08:17:23Z</dcterms:created>
  <dcterms:modified xsi:type="dcterms:W3CDTF">2026-04-04T10:16:11Z</dcterms:modified>
</cp:coreProperties>
</file>