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7" r:id="rId5"/>
    <p:sldId id="268" r:id="rId6"/>
    <p:sldId id="269" r:id="rId7"/>
    <p:sldId id="270" r:id="rId8"/>
    <p:sldId id="271" r:id="rId9"/>
    <p:sldId id="272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1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75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7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8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0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9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C8334-5B91-458F-B1E7-9BDFAB471B9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75" y="2590800"/>
            <a:ext cx="8324850" cy="1676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6521" y="2124507"/>
            <a:ext cx="5160843" cy="61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9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23273" y="808617"/>
            <a:ext cx="6271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73" y="340102"/>
            <a:ext cx="6191250" cy="457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1054433"/>
            <a:ext cx="11201400" cy="11239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158" y="4120643"/>
            <a:ext cx="4381501" cy="22247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233" y="4063947"/>
            <a:ext cx="4932718" cy="22924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53" y="2249682"/>
            <a:ext cx="11957338" cy="154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436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1191634"/>
            <a:ext cx="6696075" cy="44767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58618" y="1639309"/>
            <a:ext cx="6696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2001084"/>
            <a:ext cx="11706225" cy="27622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925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402648"/>
            <a:ext cx="2724150" cy="40005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46533" y="802698"/>
            <a:ext cx="27241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749" y="920788"/>
            <a:ext cx="5121492" cy="32149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493" y="4443934"/>
            <a:ext cx="11706225" cy="1524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29" y="1051680"/>
            <a:ext cx="522922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33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841" y="171161"/>
            <a:ext cx="2638425" cy="43815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812145" y="609311"/>
            <a:ext cx="25661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980" y="697122"/>
            <a:ext cx="9696450" cy="4095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217" y="1184014"/>
            <a:ext cx="9705975" cy="48291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041" y="6176962"/>
            <a:ext cx="948690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852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231053"/>
            <a:ext cx="3000375" cy="447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873414"/>
            <a:ext cx="11687175" cy="46863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198255" y="3648364"/>
            <a:ext cx="0" cy="1838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289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69" y="130927"/>
            <a:ext cx="10785331" cy="6590548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729018" y="3177309"/>
            <a:ext cx="0" cy="9421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92582" y="5920509"/>
            <a:ext cx="0" cy="729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927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55" y="339725"/>
            <a:ext cx="11487150" cy="638175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011430" y="3870036"/>
            <a:ext cx="0" cy="1745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077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712" y="498331"/>
            <a:ext cx="2590800" cy="4752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300" y="5415035"/>
            <a:ext cx="1123950" cy="304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582" y="498331"/>
            <a:ext cx="2734727" cy="4752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008" y="5415035"/>
            <a:ext cx="990600" cy="4667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5754" y="498331"/>
            <a:ext cx="2217431" cy="4752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4881" y="5410272"/>
            <a:ext cx="101917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779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59628"/>
            <a:ext cx="1933575" cy="39052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50153"/>
            <a:ext cx="19335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" y="1004887"/>
            <a:ext cx="11344275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33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100</Words>
  <Application>Microsoft Office PowerPoint</Application>
  <PresentationFormat>Widescreen</PresentationFormat>
  <Paragraphs>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14</cp:revision>
  <dcterms:created xsi:type="dcterms:W3CDTF">2026-04-24T00:55:46Z</dcterms:created>
  <dcterms:modified xsi:type="dcterms:W3CDTF">2026-05-05T10:46:19Z</dcterms:modified>
</cp:coreProperties>
</file>