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420" r:id="rId4"/>
    <p:sldId id="399" r:id="rId5"/>
    <p:sldId id="400" r:id="rId6"/>
    <p:sldId id="401" r:id="rId7"/>
    <p:sldId id="402" r:id="rId8"/>
    <p:sldId id="404" r:id="rId9"/>
    <p:sldId id="407" r:id="rId10"/>
    <p:sldId id="419" r:id="rId11"/>
    <p:sldId id="408" r:id="rId12"/>
    <p:sldId id="409" r:id="rId13"/>
    <p:sldId id="410" r:id="rId14"/>
    <p:sldId id="41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25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315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675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578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12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587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51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363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45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601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992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EC8334-5B91-458F-B1E7-9BDFAB471B9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19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10" Type="http://schemas.openxmlformats.org/officeDocument/2006/relationships/image" Target="../media/image9.png"/><Relationship Id="rId4" Type="http://schemas.openxmlformats.org/officeDocument/2006/relationships/image" Target="../media/image38.png"/><Relationship Id="rId9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Relationship Id="rId9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</a:t>
            </a:fld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575" y="2590800"/>
            <a:ext cx="8324850" cy="16764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18" y="6287729"/>
            <a:ext cx="1091301" cy="3462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7662" y="2061729"/>
            <a:ext cx="3876675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293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8" y="6287729"/>
            <a:ext cx="1091301" cy="3462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4716" y="229898"/>
            <a:ext cx="8448675" cy="52387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1834716" y="753773"/>
            <a:ext cx="84486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575" y="1038369"/>
            <a:ext cx="10944225" cy="446722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0600" y="2447636"/>
            <a:ext cx="2972090" cy="290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925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8" y="6287729"/>
            <a:ext cx="1091301" cy="346225"/>
          </a:xfrm>
          <a:prstGeom prst="rect">
            <a:avLst/>
          </a:prstGeom>
        </p:spPr>
      </p:pic>
      <p:cxnSp>
        <p:nvCxnSpPr>
          <p:cNvPr id="14" name="Straight Connector 13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91" y="1574917"/>
            <a:ext cx="3502947" cy="291395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941" y="1203935"/>
            <a:ext cx="8210550" cy="3962400"/>
          </a:xfrm>
          <a:prstGeom prst="rect">
            <a:avLst/>
          </a:prstGeom>
        </p:spPr>
      </p:pic>
      <p:cxnSp>
        <p:nvCxnSpPr>
          <p:cNvPr id="18" name="Straight Connector 17"/>
          <p:cNvCxnSpPr/>
          <p:nvPr/>
        </p:nvCxnSpPr>
        <p:spPr>
          <a:xfrm>
            <a:off x="5634182" y="1519501"/>
            <a:ext cx="43480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5366" y="253580"/>
            <a:ext cx="10144125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998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8" y="6287729"/>
            <a:ext cx="1091301" cy="3462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5583" y="314758"/>
            <a:ext cx="5648325" cy="409575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3105583" y="724333"/>
            <a:ext cx="56483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313" y="1084622"/>
            <a:ext cx="10706100" cy="23717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1586" y="3129820"/>
            <a:ext cx="3248025" cy="8286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720" y="3857125"/>
            <a:ext cx="11068050" cy="15716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4775" y="5369099"/>
            <a:ext cx="2257425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279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" y="222971"/>
            <a:ext cx="11001375" cy="15906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2009696"/>
            <a:ext cx="11068050" cy="20002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3" y="4288448"/>
            <a:ext cx="10639425" cy="15716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9801" y="1470695"/>
            <a:ext cx="1990725" cy="6381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9801" y="3886908"/>
            <a:ext cx="3200400" cy="6381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9801" y="5784362"/>
            <a:ext cx="2486025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731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6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8" y="6287729"/>
            <a:ext cx="1091301" cy="3462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18" y="152400"/>
            <a:ext cx="11258550" cy="1676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876" y="1489909"/>
            <a:ext cx="2647950" cy="6477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79" y="2181514"/>
            <a:ext cx="11029950" cy="11620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8168" y="3259780"/>
            <a:ext cx="2628900" cy="6381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079" y="3973922"/>
            <a:ext cx="10915650" cy="21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200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7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905" y="204787"/>
            <a:ext cx="9105900" cy="64484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8325" y="136524"/>
            <a:ext cx="5924550" cy="466725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5648325" y="575541"/>
            <a:ext cx="59245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520874" y="628215"/>
            <a:ext cx="50520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https://www.mygreatlearning.com/blog/confusion-matrix-an-overview-with-python-and-r/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7142" y="1641471"/>
            <a:ext cx="2805733" cy="247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014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8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74111"/>
            <a:ext cx="5943600" cy="409575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2595418" y="583686"/>
            <a:ext cx="61052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04" y="731821"/>
            <a:ext cx="11115675" cy="40005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5078" y="1155189"/>
            <a:ext cx="9560778" cy="148919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218" y="3154465"/>
            <a:ext cx="7906603" cy="293252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5382" y="3281751"/>
            <a:ext cx="3620365" cy="25922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5922" y="2617690"/>
            <a:ext cx="7667625" cy="4953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04140" y="6135389"/>
            <a:ext cx="7269319" cy="66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718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9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266" y="979488"/>
            <a:ext cx="10315575" cy="428625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804268" y="1408113"/>
            <a:ext cx="105495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086" y="2049173"/>
            <a:ext cx="4229100" cy="3429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825336"/>
            <a:ext cx="6553200" cy="9906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086" y="2910752"/>
            <a:ext cx="6896100" cy="3905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90775" y="3363768"/>
            <a:ext cx="8963025" cy="12573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086" y="4955020"/>
            <a:ext cx="4210050" cy="29527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4948886"/>
            <a:ext cx="4438650" cy="3810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8618" y="6287729"/>
            <a:ext cx="1091301" cy="346225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15366" y="253580"/>
            <a:ext cx="10144125" cy="504825"/>
          </a:xfrm>
          <a:prstGeom prst="rect">
            <a:avLst/>
          </a:prstGeom>
        </p:spPr>
      </p:pic>
      <p:cxnSp>
        <p:nvCxnSpPr>
          <p:cNvPr id="25" name="Straight Connector 24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9387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10</a:t>
            </a:fld>
            <a:endParaRPr lang="en-US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78" y="850079"/>
            <a:ext cx="4095750" cy="122872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546" y="757379"/>
            <a:ext cx="7019925" cy="196215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78" y="235324"/>
            <a:ext cx="7772400" cy="371475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>
            <a:off x="4701309" y="757379"/>
            <a:ext cx="0" cy="19621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978" y="2908258"/>
            <a:ext cx="6315075" cy="36195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7546" y="3311489"/>
            <a:ext cx="5334000" cy="4572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721" y="3540089"/>
            <a:ext cx="3994729" cy="2974305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5973" y="6432102"/>
            <a:ext cx="1488209" cy="24275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1309" y="4114316"/>
            <a:ext cx="5834063" cy="22213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08332" y="6415368"/>
            <a:ext cx="1533525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530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11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8956" y="161922"/>
            <a:ext cx="6591300" cy="438150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2858956" y="600072"/>
            <a:ext cx="65913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381" y="810235"/>
            <a:ext cx="10610850" cy="309562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9362" y="3905860"/>
            <a:ext cx="6081280" cy="22823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6531" y="6207125"/>
            <a:ext cx="8724900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247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12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54443"/>
            <a:ext cx="10829925" cy="8191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599334"/>
            <a:ext cx="10925175" cy="16478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5029239"/>
            <a:ext cx="10572750" cy="16097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7495" y="2931545"/>
            <a:ext cx="5549589" cy="223158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01774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13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79" y="258618"/>
            <a:ext cx="11258550" cy="1981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18" y="2863559"/>
            <a:ext cx="11172825" cy="542925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323273" y="3378776"/>
            <a:ext cx="1110817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273" y="3613798"/>
            <a:ext cx="4210050" cy="4095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5425" y="4065442"/>
            <a:ext cx="8943975" cy="75247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273" y="4897583"/>
            <a:ext cx="6943725" cy="39052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5425" y="5381268"/>
            <a:ext cx="9839325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688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342756"/>
            <a:ext cx="5800725" cy="3905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422" y="832645"/>
            <a:ext cx="7353300" cy="26289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3" y="3560909"/>
            <a:ext cx="4210050" cy="381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947" y="3977122"/>
            <a:ext cx="7343775" cy="3619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5842" y="849747"/>
            <a:ext cx="3843006" cy="307195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3596" y="4539685"/>
            <a:ext cx="5553678" cy="212984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40099" y="3915339"/>
            <a:ext cx="1488209" cy="24275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3733" y="6400799"/>
            <a:ext cx="1533525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177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1161</TotalTime>
  <Words>108</Words>
  <Application>Microsoft Office PowerPoint</Application>
  <PresentationFormat>Widescreen</PresentationFormat>
  <Paragraphs>21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96</cp:revision>
  <dcterms:created xsi:type="dcterms:W3CDTF">2026-04-24T00:55:46Z</dcterms:created>
  <dcterms:modified xsi:type="dcterms:W3CDTF">2026-04-29T07:58:57Z</dcterms:modified>
</cp:coreProperties>
</file>