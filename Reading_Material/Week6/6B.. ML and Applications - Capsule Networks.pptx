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80" r:id="rId5"/>
    <p:sldId id="267" r:id="rId6"/>
    <p:sldId id="268" r:id="rId7"/>
    <p:sldId id="269" r:id="rId8"/>
    <p:sldId id="270" r:id="rId9"/>
    <p:sldId id="271" r:id="rId10"/>
    <p:sldId id="272" r:id="rId11"/>
    <p:sldId id="279" r:id="rId12"/>
    <p:sldId id="281" r:id="rId13"/>
    <p:sldId id="282" r:id="rId14"/>
    <p:sldId id="273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1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7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0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9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C8334-5B91-458F-B1E7-9BDFAB471B9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AD15-4D25-4576-B977-5CF2A2399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2590800"/>
            <a:ext cx="8324850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197" y="2133605"/>
            <a:ext cx="7829713" cy="59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9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629" y="230475"/>
            <a:ext cx="3752850" cy="48577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027055" y="716250"/>
            <a:ext cx="39084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66" y="868637"/>
            <a:ext cx="10467975" cy="7334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948595"/>
            <a:ext cx="2355273" cy="3610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7" y="2475870"/>
            <a:ext cx="10082591" cy="394266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766" y="2788923"/>
            <a:ext cx="1847850" cy="18478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2766" y="4636773"/>
            <a:ext cx="1838325" cy="323850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258617" y="2309622"/>
            <a:ext cx="23552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43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9" y="240002"/>
            <a:ext cx="4765964" cy="41926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8618" y="659270"/>
            <a:ext cx="47659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05" y="939165"/>
            <a:ext cx="10648950" cy="15049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" y="2724009"/>
            <a:ext cx="3771900" cy="390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57" y="3224212"/>
            <a:ext cx="10610850" cy="331470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186690" y="3114534"/>
            <a:ext cx="37719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92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48467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60655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083" y="240147"/>
            <a:ext cx="2476789" cy="32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5" y="240146"/>
            <a:ext cx="9806971" cy="5819181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14982" y="560747"/>
            <a:ext cx="2715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12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18" y="287050"/>
            <a:ext cx="4287105" cy="39644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58618" y="683492"/>
            <a:ext cx="42871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341" y="991754"/>
            <a:ext cx="10782300" cy="1143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41" y="2367465"/>
            <a:ext cx="89439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8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48467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60655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905881"/>
            <a:ext cx="8905875" cy="40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80" y="1423339"/>
            <a:ext cx="108013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4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443778"/>
            <a:ext cx="4705350" cy="428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4105"/>
            <a:ext cx="108966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1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96285"/>
            <a:ext cx="4038600" cy="409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23" y="793671"/>
            <a:ext cx="4838700" cy="390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18" y="1714211"/>
            <a:ext cx="6038850" cy="400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23" y="2270125"/>
            <a:ext cx="108204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5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506" y="54807"/>
            <a:ext cx="3886200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19418" y="512007"/>
            <a:ext cx="3978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41" y="599818"/>
            <a:ext cx="10868025" cy="1514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41" y="2160754"/>
            <a:ext cx="3362325" cy="34290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01950" y="2522126"/>
            <a:ext cx="34085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837" y="2606675"/>
            <a:ext cx="9315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931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804" y="120505"/>
            <a:ext cx="4762500" cy="4286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583709" y="549130"/>
            <a:ext cx="48565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66" y="657013"/>
            <a:ext cx="10467975" cy="14763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6" y="2311434"/>
            <a:ext cx="2228850" cy="381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66" y="2787356"/>
            <a:ext cx="10772775" cy="386715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825066" y="2683198"/>
            <a:ext cx="2228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60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23" y="160771"/>
            <a:ext cx="10858500" cy="1123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514" y="1284721"/>
            <a:ext cx="7572375" cy="5238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23" y="5129212"/>
            <a:ext cx="10277475" cy="1476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423" y="1848783"/>
            <a:ext cx="5348762" cy="31645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673" y="2334306"/>
            <a:ext cx="6142182" cy="226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5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13735"/>
            <a:ext cx="2162175" cy="3714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585210"/>
            <a:ext cx="21621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273" y="4033258"/>
            <a:ext cx="6105236" cy="27413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59" y="728084"/>
            <a:ext cx="108394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65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73628"/>
            <a:ext cx="4791075" cy="3810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54628"/>
            <a:ext cx="4791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233487"/>
            <a:ext cx="10858500" cy="43910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6533" y="6248467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58618" y="6160655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681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361228"/>
            <a:ext cx="5124450" cy="3905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258618" y="751753"/>
            <a:ext cx="51244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219200"/>
            <a:ext cx="109347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64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48467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60655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" y="282575"/>
            <a:ext cx="4848225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8618" y="682625"/>
            <a:ext cx="48482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082675"/>
            <a:ext cx="108299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77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135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19</cp:revision>
  <dcterms:created xsi:type="dcterms:W3CDTF">2026-04-24T00:55:46Z</dcterms:created>
  <dcterms:modified xsi:type="dcterms:W3CDTF">2026-05-12T02:16:32Z</dcterms:modified>
</cp:coreProperties>
</file>