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8" r:id="rId3"/>
    <p:sldId id="262" r:id="rId4"/>
    <p:sldId id="267" r:id="rId5"/>
    <p:sldId id="268" r:id="rId6"/>
    <p:sldId id="269" r:id="rId7"/>
    <p:sldId id="273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5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1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75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7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2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8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6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0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9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C8334-5B91-458F-B1E7-9BDFAB471B9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732" y="2707544"/>
            <a:ext cx="1219200" cy="15621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561" y="620284"/>
            <a:ext cx="10163175" cy="533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747" y="2940250"/>
            <a:ext cx="7747802" cy="683202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2681167" y="3616294"/>
            <a:ext cx="77478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20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323273" y="808617"/>
            <a:ext cx="51538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73" y="360942"/>
            <a:ext cx="5076825" cy="447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73" y="1056264"/>
            <a:ext cx="11191875" cy="2676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1428" y="2013526"/>
            <a:ext cx="2899933" cy="26495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001" y="4526170"/>
            <a:ext cx="3794126" cy="334284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323273" y="4860454"/>
            <a:ext cx="38238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273" y="4908416"/>
            <a:ext cx="11449050" cy="79057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436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85" y="282571"/>
            <a:ext cx="4541142" cy="63394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980" y="282571"/>
            <a:ext cx="4410075" cy="40957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6003636" y="692146"/>
            <a:ext cx="44864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7993" y="3263900"/>
            <a:ext cx="5581948" cy="325240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7992" y="957213"/>
            <a:ext cx="5209423" cy="212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925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324001"/>
            <a:ext cx="11095182" cy="33486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9" y="4154923"/>
            <a:ext cx="11095182" cy="218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33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87" y="169595"/>
            <a:ext cx="11111214" cy="32615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25" y="3815467"/>
            <a:ext cx="11601450" cy="181927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1852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73" y="265978"/>
            <a:ext cx="11258917" cy="637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289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9" y="138113"/>
            <a:ext cx="10400146" cy="22464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2845523"/>
            <a:ext cx="1895475" cy="4095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58618" y="3255098"/>
            <a:ext cx="18954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31" y="3342909"/>
            <a:ext cx="11227942" cy="234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01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398462"/>
            <a:ext cx="1685925" cy="37147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446533" y="769937"/>
            <a:ext cx="1685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87" y="1044719"/>
            <a:ext cx="7439025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88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83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35</cp:revision>
  <dcterms:created xsi:type="dcterms:W3CDTF">2026-04-24T00:55:46Z</dcterms:created>
  <dcterms:modified xsi:type="dcterms:W3CDTF">2026-05-17T09:29:08Z</dcterms:modified>
</cp:coreProperties>
</file>