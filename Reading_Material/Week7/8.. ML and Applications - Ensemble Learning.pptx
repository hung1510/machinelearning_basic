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75" r:id="rId3"/>
    <p:sldId id="279" r:id="rId4"/>
    <p:sldId id="276" r:id="rId5"/>
    <p:sldId id="280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6" r:id="rId18"/>
    <p:sldId id="2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7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0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070" y="2999998"/>
            <a:ext cx="4901607" cy="76637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4184070" y="3699419"/>
            <a:ext cx="502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1024" y="2697449"/>
            <a:ext cx="883805" cy="16478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823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90945"/>
            <a:ext cx="2924175" cy="4572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46533" y="748145"/>
            <a:ext cx="29241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78" y="3441477"/>
            <a:ext cx="4655127" cy="25903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492" y="2978645"/>
            <a:ext cx="5404330" cy="337770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1010516"/>
            <a:ext cx="10744200" cy="23431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35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91" y="61338"/>
            <a:ext cx="10389899" cy="52836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4" y="5116945"/>
            <a:ext cx="1562139" cy="15416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513" y="5508625"/>
            <a:ext cx="10168169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4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30187"/>
            <a:ext cx="4048125" cy="5048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46533" y="735012"/>
            <a:ext cx="404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68" y="1105766"/>
            <a:ext cx="116490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0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083" y="183429"/>
            <a:ext cx="5596935" cy="40485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688083" y="588283"/>
            <a:ext cx="55969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7" y="3715505"/>
            <a:ext cx="5329381" cy="2640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46" y="855284"/>
            <a:ext cx="5329381" cy="26393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384" y="3311014"/>
            <a:ext cx="6239361" cy="25597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276" y="947644"/>
            <a:ext cx="5319575" cy="213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7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34" y="943808"/>
            <a:ext cx="10344150" cy="1600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308" y="221898"/>
            <a:ext cx="1540019" cy="49846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775200" y="720358"/>
            <a:ext cx="16071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660" y="2711204"/>
            <a:ext cx="7132205" cy="382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8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7" y="597333"/>
            <a:ext cx="1060132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1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60" y="209983"/>
            <a:ext cx="10046576" cy="572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39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793" y="153987"/>
            <a:ext cx="1657062" cy="524483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581236" y="678470"/>
            <a:ext cx="18565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91" y="766281"/>
            <a:ext cx="10601325" cy="2124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945" y="2669309"/>
            <a:ext cx="6706599" cy="394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9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60" y="51342"/>
            <a:ext cx="9417903" cy="51937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23" y="5289265"/>
            <a:ext cx="8906740" cy="132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35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35402"/>
            <a:ext cx="106775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08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91" y="872692"/>
            <a:ext cx="11001809" cy="434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5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167" y="127144"/>
            <a:ext cx="1660670" cy="4958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941455" y="622984"/>
            <a:ext cx="1847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17" y="780761"/>
            <a:ext cx="9896475" cy="1657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722" y="2496927"/>
            <a:ext cx="6328387" cy="348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30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14" y="301048"/>
            <a:ext cx="10072832" cy="558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362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52" y="915410"/>
            <a:ext cx="101155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41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48565"/>
            <a:ext cx="10734675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1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276657"/>
            <a:ext cx="7210425" cy="48577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46533" y="762432"/>
            <a:ext cx="7312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43" y="1120775"/>
            <a:ext cx="11223757" cy="407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14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92" y="55416"/>
            <a:ext cx="8727065" cy="67411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18009" y="3348470"/>
            <a:ext cx="44386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0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198</Words>
  <Application>Microsoft Office PowerPoint</Application>
  <PresentationFormat>Widescreen</PresentationFormat>
  <Paragraphs>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35</cp:revision>
  <dcterms:created xsi:type="dcterms:W3CDTF">2026-04-24T00:55:46Z</dcterms:created>
  <dcterms:modified xsi:type="dcterms:W3CDTF">2026-05-17T09:33:12Z</dcterms:modified>
</cp:coreProperties>
</file>