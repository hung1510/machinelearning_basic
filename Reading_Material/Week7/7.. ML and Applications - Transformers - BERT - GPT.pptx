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301" r:id="rId26"/>
    <p:sldId id="302" r:id="rId27"/>
    <p:sldId id="30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25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315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675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578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12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587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1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63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45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601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992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EC8334-5B91-458F-B1E7-9BDFAB471B92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19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</a:t>
            </a:fld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732" y="2707544"/>
            <a:ext cx="1219200" cy="15621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3561" y="620284"/>
            <a:ext cx="10163175" cy="533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5747" y="2940250"/>
            <a:ext cx="7747802" cy="683202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>
            <a:off x="2681167" y="3616294"/>
            <a:ext cx="77478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854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323273" y="808617"/>
            <a:ext cx="51538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73" y="360942"/>
            <a:ext cx="5076825" cy="4476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273" y="1056264"/>
            <a:ext cx="11191875" cy="26765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1428" y="2013526"/>
            <a:ext cx="2899933" cy="26495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001" y="4526170"/>
            <a:ext cx="3794126" cy="334284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323273" y="4860454"/>
            <a:ext cx="38238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273" y="4908416"/>
            <a:ext cx="11449050" cy="79057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563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85" y="282571"/>
            <a:ext cx="4541142" cy="63394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980" y="282571"/>
            <a:ext cx="4410075" cy="409575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6003636" y="692146"/>
            <a:ext cx="44864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7993" y="3263900"/>
            <a:ext cx="5581948" cy="325240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7992" y="957213"/>
            <a:ext cx="5209423" cy="212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136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324001"/>
            <a:ext cx="11095182" cy="33486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19" y="4154923"/>
            <a:ext cx="11095182" cy="218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83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87" y="169595"/>
            <a:ext cx="11111214" cy="326159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25" y="3815467"/>
            <a:ext cx="11601450" cy="181927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6643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73" y="265978"/>
            <a:ext cx="11258917" cy="637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15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9" y="138113"/>
            <a:ext cx="10400146" cy="22464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18" y="2845523"/>
            <a:ext cx="1895475" cy="40957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258618" y="3255098"/>
            <a:ext cx="18954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31" y="3342909"/>
            <a:ext cx="11227942" cy="234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344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398462"/>
            <a:ext cx="1685925" cy="371475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446533" y="769937"/>
            <a:ext cx="1685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887" y="1044719"/>
            <a:ext cx="7439025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173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189" y="174769"/>
            <a:ext cx="2534348" cy="674977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281054" y="748146"/>
            <a:ext cx="27986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066" y="974425"/>
            <a:ext cx="11591925" cy="31527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1" y="3864834"/>
            <a:ext cx="7019635" cy="19320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9054" y="5854644"/>
            <a:ext cx="2600325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283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38" y="161348"/>
            <a:ext cx="11325225" cy="291465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258618" y="600364"/>
            <a:ext cx="267854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675" y="3550039"/>
            <a:ext cx="11334750" cy="1790700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258618" y="4008582"/>
            <a:ext cx="27616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522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11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104" y="233795"/>
            <a:ext cx="11391900" cy="42291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0656" y="376671"/>
            <a:ext cx="1123950" cy="2857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480" y="4691062"/>
            <a:ext cx="982027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728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10" y="207022"/>
            <a:ext cx="10618308" cy="6514453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720436" y="544945"/>
            <a:ext cx="3352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83492" y="4082473"/>
            <a:ext cx="3352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1203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9" y="215323"/>
            <a:ext cx="11480800" cy="279286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19" y="3347341"/>
            <a:ext cx="10975108" cy="300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743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314469"/>
            <a:ext cx="2714625" cy="42862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743094"/>
            <a:ext cx="2714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660" y="1171719"/>
            <a:ext cx="11483831" cy="334832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9150" y="4580040"/>
            <a:ext cx="3417455" cy="215879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0775" y="4580040"/>
            <a:ext cx="2238375" cy="21240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725" y="6051550"/>
            <a:ext cx="302895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762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263670"/>
            <a:ext cx="8351982" cy="180607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40" y="4157961"/>
            <a:ext cx="8351982" cy="157433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8082" y="1968146"/>
            <a:ext cx="7011409" cy="244139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8867" y="3853161"/>
            <a:ext cx="208597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998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1179" y="176501"/>
            <a:ext cx="4095750" cy="39052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897745" y="567026"/>
            <a:ext cx="420918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645" y="691705"/>
            <a:ext cx="11391900" cy="7715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7606" y="1307535"/>
            <a:ext cx="6556939" cy="47561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438" y="2097025"/>
            <a:ext cx="4898285" cy="25488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50089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816672"/>
            <a:ext cx="4950691" cy="39813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2757" y="166786"/>
            <a:ext cx="10144125" cy="5048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933" y="1339483"/>
            <a:ext cx="9401175" cy="3333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933" y="1794480"/>
            <a:ext cx="6677025" cy="3905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8191" y="1794480"/>
            <a:ext cx="2819400" cy="3905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933" y="2411280"/>
            <a:ext cx="4848225" cy="4191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5179" y="2265179"/>
            <a:ext cx="5924550" cy="7334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8057" y="3238481"/>
            <a:ext cx="3781425" cy="2667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5391" y="3045466"/>
            <a:ext cx="3352800" cy="59055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4766" y="3692881"/>
            <a:ext cx="9254835" cy="1259534"/>
          </a:xfrm>
          <a:prstGeom prst="rect">
            <a:avLst/>
          </a:prstGeom>
        </p:spPr>
      </p:pic>
      <p:cxnSp>
        <p:nvCxnSpPr>
          <p:cNvPr id="21" name="Straight Connector 20"/>
          <p:cNvCxnSpPr/>
          <p:nvPr/>
        </p:nvCxnSpPr>
        <p:spPr>
          <a:xfrm>
            <a:off x="4455391" y="3045466"/>
            <a:ext cx="0" cy="6086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1237" y="4980505"/>
            <a:ext cx="3667125" cy="35242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36624" y="4853048"/>
            <a:ext cx="4953000" cy="552450"/>
          </a:xfrm>
          <a:prstGeom prst="rect">
            <a:avLst/>
          </a:prstGeom>
        </p:spPr>
      </p:pic>
      <p:cxnSp>
        <p:nvCxnSpPr>
          <p:cNvPr id="25" name="Straight Connector 24"/>
          <p:cNvCxnSpPr/>
          <p:nvPr/>
        </p:nvCxnSpPr>
        <p:spPr>
          <a:xfrm>
            <a:off x="4867564" y="4843811"/>
            <a:ext cx="0" cy="6425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13692" y="5514491"/>
            <a:ext cx="8352343" cy="1065312"/>
          </a:xfrm>
          <a:prstGeom prst="rect">
            <a:avLst/>
          </a:prstGeom>
        </p:spPr>
      </p:pic>
      <p:cxnSp>
        <p:nvCxnSpPr>
          <p:cNvPr id="28" name="Straight Connector 27"/>
          <p:cNvCxnSpPr/>
          <p:nvPr/>
        </p:nvCxnSpPr>
        <p:spPr>
          <a:xfrm>
            <a:off x="344933" y="1214804"/>
            <a:ext cx="48482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8718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301337"/>
            <a:ext cx="3067050" cy="3810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50982" y="748145"/>
            <a:ext cx="3162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3" y="1023360"/>
            <a:ext cx="11591925" cy="301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432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8841" y="304800"/>
            <a:ext cx="6172267" cy="555639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941" y="1802678"/>
            <a:ext cx="1943100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536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103" y="143164"/>
            <a:ext cx="6827118" cy="503382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2576945" y="646546"/>
            <a:ext cx="69132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241" y="981437"/>
            <a:ext cx="11477625" cy="10858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932" y="2595165"/>
            <a:ext cx="8565775" cy="201442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64" y="2402179"/>
            <a:ext cx="3334328" cy="229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453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21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287337"/>
            <a:ext cx="2409825" cy="39052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212438" y="677862"/>
            <a:ext cx="25215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1068387"/>
            <a:ext cx="11296650" cy="11811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2543" y="2417331"/>
            <a:ext cx="6076950" cy="23812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4798" y="2678544"/>
            <a:ext cx="3926251" cy="196734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7352145" y="2417331"/>
            <a:ext cx="0" cy="23812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618" y="5359793"/>
            <a:ext cx="2022076" cy="74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016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1791" y="203921"/>
            <a:ext cx="1914525" cy="40957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5101791" y="576552"/>
            <a:ext cx="19145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2601" y="417224"/>
            <a:ext cx="3279196" cy="55390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6837" y="6089650"/>
            <a:ext cx="1990725" cy="2667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728" y="814533"/>
            <a:ext cx="7578290" cy="116998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728" y="2258142"/>
            <a:ext cx="7448981" cy="119651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728" y="3726041"/>
            <a:ext cx="7809200" cy="284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95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23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81" y="469611"/>
            <a:ext cx="11460583" cy="84131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695" y="1681018"/>
            <a:ext cx="9673105" cy="434452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782" y="1574367"/>
            <a:ext cx="5946474" cy="188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078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679" y="273338"/>
            <a:ext cx="2190750" cy="400050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4867564" y="673388"/>
            <a:ext cx="22868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941830"/>
            <a:ext cx="11544300" cy="838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933" y="2048471"/>
            <a:ext cx="11312121" cy="390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281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369" y="92364"/>
            <a:ext cx="10098377" cy="662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571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296285"/>
            <a:ext cx="1962150" cy="40957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69455" y="705860"/>
            <a:ext cx="20392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709" y="1000556"/>
            <a:ext cx="11582400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126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550" y="311624"/>
            <a:ext cx="9620250" cy="565785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801091" y="785091"/>
            <a:ext cx="18842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870364" y="3865420"/>
            <a:ext cx="33112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3773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</TotalTime>
  <Words>282</Words>
  <Application>Microsoft Office PowerPoint</Application>
  <PresentationFormat>Widescreen</PresentationFormat>
  <Paragraphs>44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36</cp:revision>
  <dcterms:created xsi:type="dcterms:W3CDTF">2026-04-24T00:55:46Z</dcterms:created>
  <dcterms:modified xsi:type="dcterms:W3CDTF">2026-05-25T06:18:01Z</dcterms:modified>
</cp:coreProperties>
</file>