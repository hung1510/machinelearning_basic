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63" r:id="rId1"/>
  </p:sldMasterIdLst>
  <p:notesMasterIdLst>
    <p:notesMasterId r:id="rId49"/>
  </p:notesMasterIdLst>
  <p:sldIdLst>
    <p:sldId id="733" r:id="rId2"/>
    <p:sldId id="658" r:id="rId3"/>
    <p:sldId id="716" r:id="rId4"/>
    <p:sldId id="713" r:id="rId5"/>
    <p:sldId id="714" r:id="rId6"/>
    <p:sldId id="715" r:id="rId7"/>
    <p:sldId id="738" r:id="rId8"/>
    <p:sldId id="734" r:id="rId9"/>
    <p:sldId id="735" r:id="rId10"/>
    <p:sldId id="736" r:id="rId11"/>
    <p:sldId id="737" r:id="rId12"/>
    <p:sldId id="739" r:id="rId13"/>
    <p:sldId id="385" r:id="rId14"/>
    <p:sldId id="812" r:id="rId15"/>
    <p:sldId id="386" r:id="rId16"/>
    <p:sldId id="387" r:id="rId17"/>
    <p:sldId id="352" r:id="rId18"/>
    <p:sldId id="362" r:id="rId19"/>
    <p:sldId id="363" r:id="rId20"/>
    <p:sldId id="740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31" r:id="rId32"/>
    <p:sldId id="333" r:id="rId33"/>
    <p:sldId id="332" r:id="rId34"/>
    <p:sldId id="668" r:id="rId35"/>
    <p:sldId id="669" r:id="rId36"/>
    <p:sldId id="675" r:id="rId37"/>
    <p:sldId id="676" r:id="rId38"/>
    <p:sldId id="682" r:id="rId39"/>
    <p:sldId id="683" r:id="rId40"/>
    <p:sldId id="684" r:id="rId41"/>
    <p:sldId id="685" r:id="rId42"/>
    <p:sldId id="686" r:id="rId43"/>
    <p:sldId id="687" r:id="rId44"/>
    <p:sldId id="688" r:id="rId45"/>
    <p:sldId id="677" r:id="rId46"/>
    <p:sldId id="678" r:id="rId47"/>
    <p:sldId id="67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4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7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0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2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6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5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451-8AE7-4958-968E-27D7C248314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53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1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6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77.png"/><Relationship Id="rId4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69.png"/><Relationship Id="rId7" Type="http://schemas.openxmlformats.org/officeDocument/2006/relationships/image" Target="../media/image128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40" y="2938140"/>
            <a:ext cx="3768331" cy="761279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184070" y="3699419"/>
            <a:ext cx="3980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706" y="2707544"/>
            <a:ext cx="1182879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1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341" y="184005"/>
            <a:ext cx="4543425" cy="5048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685309" y="651886"/>
            <a:ext cx="4719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31" y="906316"/>
            <a:ext cx="11563350" cy="11715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82" y="2356715"/>
            <a:ext cx="99060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75" y="132487"/>
            <a:ext cx="3340808" cy="40089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43475" y="533384"/>
            <a:ext cx="33408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803952"/>
            <a:ext cx="11630025" cy="2057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08" y="3081337"/>
            <a:ext cx="7058025" cy="3457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863" y="3258364"/>
            <a:ext cx="3846673" cy="24860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273" y="5805155"/>
            <a:ext cx="3196503" cy="42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6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18" y="217632"/>
            <a:ext cx="5057775" cy="419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625718" y="636732"/>
            <a:ext cx="498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21" y="761411"/>
            <a:ext cx="11420475" cy="790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80" y="1692275"/>
            <a:ext cx="112204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0" y="924213"/>
            <a:ext cx="11220450" cy="438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718" y="217632"/>
            <a:ext cx="5057775" cy="4191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625718" y="636732"/>
            <a:ext cx="498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99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97" y="129742"/>
            <a:ext cx="3294194" cy="3860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399697" y="515780"/>
            <a:ext cx="32941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1" y="673100"/>
            <a:ext cx="116300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5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093" y="187468"/>
            <a:ext cx="8767907" cy="569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2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504" y="125557"/>
            <a:ext cx="1943100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987636" y="525607"/>
            <a:ext cx="2124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25657"/>
            <a:ext cx="11811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3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463117"/>
            <a:ext cx="117443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43" y="727941"/>
            <a:ext cx="116681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5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33350"/>
            <a:ext cx="11618047" cy="662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854" y="577559"/>
            <a:ext cx="5486400" cy="4381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315854" y="1015709"/>
            <a:ext cx="558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29" y="1330904"/>
            <a:ext cx="11372850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667868"/>
            <a:ext cx="11194918" cy="292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3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75" y="361516"/>
            <a:ext cx="2143125" cy="3714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60075" y="732991"/>
            <a:ext cx="2078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959270"/>
            <a:ext cx="11412958" cy="407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9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51414"/>
            <a:ext cx="2428875" cy="42862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6533" y="780039"/>
            <a:ext cx="2428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208664"/>
            <a:ext cx="114109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1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913" y="245873"/>
            <a:ext cx="2611283" cy="400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45" y="780539"/>
            <a:ext cx="10749973" cy="5353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444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66279"/>
            <a:ext cx="5390849" cy="33418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700459"/>
            <a:ext cx="53908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93" y="1034639"/>
            <a:ext cx="116300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5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73050"/>
            <a:ext cx="3971635" cy="38920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62253"/>
            <a:ext cx="3971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13534"/>
            <a:ext cx="11563350" cy="3257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2" y="4716027"/>
            <a:ext cx="3248025" cy="828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22" y="5544702"/>
            <a:ext cx="2257425" cy="571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0871" y="4811277"/>
            <a:ext cx="1990725" cy="638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0871" y="5596368"/>
            <a:ext cx="3200400" cy="6381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590" y="3673386"/>
            <a:ext cx="3502947" cy="29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65" y="139844"/>
            <a:ext cx="4154777" cy="345493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879273" y="485337"/>
            <a:ext cx="42571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72705"/>
            <a:ext cx="11220450" cy="1181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259591"/>
            <a:ext cx="11582400" cy="18954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4406042"/>
            <a:ext cx="113728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6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65" y="500059"/>
            <a:ext cx="4154777" cy="345493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879273" y="845552"/>
            <a:ext cx="42571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191045"/>
            <a:ext cx="11525250" cy="1562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3050662"/>
            <a:ext cx="115728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3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655" y="632679"/>
            <a:ext cx="9448798" cy="444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6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" y="76059"/>
            <a:ext cx="1895475" cy="390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483900"/>
            <a:ext cx="1932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68" y="663174"/>
            <a:ext cx="11076132" cy="32297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609" y="3892952"/>
            <a:ext cx="3127664" cy="27019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501" y="3892952"/>
            <a:ext cx="3446655" cy="270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4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56" y="224559"/>
            <a:ext cx="11439525" cy="48387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3256" y="738909"/>
            <a:ext cx="18589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33256" y="3362036"/>
            <a:ext cx="2265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0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043" y="249237"/>
            <a:ext cx="5191125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89745" y="715962"/>
            <a:ext cx="5360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8" y="932007"/>
            <a:ext cx="10553700" cy="2038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933" y="3260869"/>
            <a:ext cx="3719067" cy="394712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2272145" y="3689493"/>
            <a:ext cx="3823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145" y="3933969"/>
            <a:ext cx="5343525" cy="10572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4269" y="2291357"/>
            <a:ext cx="3894430" cy="37522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6968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261360"/>
            <a:ext cx="11172825" cy="601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43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9" y="263958"/>
            <a:ext cx="10704943" cy="289251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14" y="3363191"/>
            <a:ext cx="10383550" cy="3400461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76814" y="3740727"/>
            <a:ext cx="50172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936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92389"/>
            <a:ext cx="4932217" cy="30181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2438" y="674255"/>
            <a:ext cx="49322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3" y="886546"/>
            <a:ext cx="11141362" cy="516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8" y="245342"/>
            <a:ext cx="2974109" cy="3804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34108" y="625751"/>
            <a:ext cx="29741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9" y="830118"/>
            <a:ext cx="10175285" cy="28273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03" y="3778739"/>
            <a:ext cx="10159121" cy="28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0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66" y="203731"/>
            <a:ext cx="10144125" cy="504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65777"/>
            <a:ext cx="2204303" cy="36462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330399"/>
            <a:ext cx="2074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09" y="1533935"/>
            <a:ext cx="8315325" cy="12763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306629"/>
            <a:ext cx="4029075" cy="3714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83" y="3859481"/>
            <a:ext cx="4295775" cy="16287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3380" y="3297103"/>
            <a:ext cx="3810000" cy="390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461" y="3793651"/>
            <a:ext cx="5514975" cy="1676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453" y="5632286"/>
            <a:ext cx="3948847" cy="5618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4958" y="5669633"/>
            <a:ext cx="962025" cy="428625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5896983" y="5588724"/>
            <a:ext cx="0" cy="56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65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87337"/>
            <a:ext cx="4219575" cy="390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55" y="758036"/>
            <a:ext cx="10646063" cy="2214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131" y="2972989"/>
            <a:ext cx="6096288" cy="381370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974109" y="2972989"/>
            <a:ext cx="0" cy="3667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345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259628"/>
            <a:ext cx="5076825" cy="390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40" y="772677"/>
            <a:ext cx="10808134" cy="118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40" y="2007861"/>
            <a:ext cx="6791325" cy="2047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179" y="2961688"/>
            <a:ext cx="5419221" cy="31507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345" y="5199132"/>
            <a:ext cx="962025" cy="4286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894340" y="2007861"/>
            <a:ext cx="0" cy="2203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22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73628"/>
            <a:ext cx="5734050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07" y="862434"/>
            <a:ext cx="10726593" cy="17309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144" y="2938462"/>
            <a:ext cx="5934075" cy="36004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034473" y="2938462"/>
            <a:ext cx="0" cy="3600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210" y="2938462"/>
            <a:ext cx="962025" cy="428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336" y="3251198"/>
            <a:ext cx="5075766" cy="18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89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93412"/>
            <a:ext cx="1724025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93462"/>
            <a:ext cx="172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20" y="1036494"/>
            <a:ext cx="11134871" cy="213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99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716" y="235238"/>
            <a:ext cx="3876675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20716" y="711488"/>
            <a:ext cx="3876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15" y="873111"/>
            <a:ext cx="11115675" cy="1114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41" y="2373889"/>
            <a:ext cx="3213823" cy="390309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34541" y="2736490"/>
            <a:ext cx="2992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52" y="2931536"/>
            <a:ext cx="5753100" cy="3905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241" y="3680491"/>
            <a:ext cx="115252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5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22696"/>
            <a:ext cx="10267950" cy="3238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31" y="4074680"/>
            <a:ext cx="11638960" cy="15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4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24696"/>
            <a:ext cx="11600873" cy="15827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1829241"/>
            <a:ext cx="8026400" cy="39259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2240306"/>
            <a:ext cx="802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14" y="2332664"/>
            <a:ext cx="11466080" cy="43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3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180109"/>
            <a:ext cx="10972800" cy="21497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766152"/>
            <a:ext cx="11386548" cy="29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11" y="457198"/>
            <a:ext cx="2838450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86691" y="811357"/>
            <a:ext cx="27062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342" y="427181"/>
            <a:ext cx="6423866" cy="61062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66" y="986128"/>
            <a:ext cx="4892267" cy="37411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167" y="4921468"/>
            <a:ext cx="4664652" cy="10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9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418" y="193819"/>
            <a:ext cx="6810375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749418" y="660544"/>
            <a:ext cx="69025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1" y="868507"/>
            <a:ext cx="10487025" cy="742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09" y="1935018"/>
            <a:ext cx="1683327" cy="38846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57909" y="2323478"/>
            <a:ext cx="16833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541" y="2507559"/>
            <a:ext cx="10825163" cy="35929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41" y="6136751"/>
            <a:ext cx="10341986" cy="688209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7296727" y="4590473"/>
            <a:ext cx="0" cy="1394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56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476539"/>
            <a:ext cx="2189018" cy="36923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78691" y="876589"/>
            <a:ext cx="22516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91" y="1085417"/>
            <a:ext cx="11600873" cy="2242482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363855" y="1985818"/>
            <a:ext cx="0" cy="1431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3385995"/>
            <a:ext cx="5116946" cy="366744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77095" y="3771213"/>
            <a:ext cx="50522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27" y="3951580"/>
            <a:ext cx="11372273" cy="239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5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78098"/>
            <a:ext cx="4511205" cy="36844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2438" y="646543"/>
            <a:ext cx="45573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20" y="775777"/>
            <a:ext cx="10907267" cy="2641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49" y="3663084"/>
            <a:ext cx="4013670" cy="351929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207349" y="4015013"/>
            <a:ext cx="401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20" y="4260644"/>
            <a:ext cx="11041635" cy="193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5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74650"/>
            <a:ext cx="2980158" cy="36833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2509" y="742984"/>
            <a:ext cx="30941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91" y="976601"/>
            <a:ext cx="109061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1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495300"/>
            <a:ext cx="6582340" cy="35059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845891"/>
            <a:ext cx="67024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96482"/>
            <a:ext cx="108204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9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025382"/>
            <a:ext cx="4073237" cy="4152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366" y="231440"/>
            <a:ext cx="10144125" cy="5048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1412950"/>
            <a:ext cx="39808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1574574"/>
            <a:ext cx="10192327" cy="746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2578274"/>
            <a:ext cx="2678546" cy="3456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26" y="3004067"/>
            <a:ext cx="8067675" cy="1400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18" y="4668389"/>
            <a:ext cx="3980873" cy="33604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9382" y="5080957"/>
            <a:ext cx="6324600" cy="16192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580" y="5100640"/>
            <a:ext cx="4400838" cy="159956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5264730" y="5004437"/>
            <a:ext cx="0" cy="1695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318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319520"/>
            <a:ext cx="2780146" cy="3637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5" y="859884"/>
            <a:ext cx="5538500" cy="18798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015" y="520386"/>
            <a:ext cx="6353175" cy="221932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837375" y="397165"/>
            <a:ext cx="0" cy="25215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17" y="3308119"/>
            <a:ext cx="2604365" cy="3642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3752540"/>
            <a:ext cx="10344438" cy="1105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8512" y="4978580"/>
            <a:ext cx="4657725" cy="80962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3435927" y="4978580"/>
            <a:ext cx="0" cy="978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45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369887"/>
            <a:ext cx="4479637" cy="391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8" y="858528"/>
            <a:ext cx="7324435" cy="1337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662" y="517854"/>
            <a:ext cx="4076700" cy="1009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691" y="2537155"/>
            <a:ext cx="8924780" cy="255105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250545" y="517854"/>
            <a:ext cx="0" cy="1009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666" y="2654390"/>
            <a:ext cx="9620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5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5" y="208973"/>
            <a:ext cx="4442114" cy="3497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96" y="700882"/>
            <a:ext cx="5516995" cy="13040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291" y="2933096"/>
            <a:ext cx="6124575" cy="1790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39" y="2101157"/>
            <a:ext cx="5546379" cy="37541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52" y="5923889"/>
            <a:ext cx="8277514" cy="88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7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Widescreen</PresentationFormat>
  <Paragraphs>72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2026-05-17T09:30:50Z</dcterms:modified>
</cp:coreProperties>
</file>