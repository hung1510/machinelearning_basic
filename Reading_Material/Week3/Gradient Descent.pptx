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63" r:id="rId5"/>
    <p:sldId id="264" r:id="rId6"/>
    <p:sldId id="265" r:id="rId7"/>
    <p:sldId id="259" r:id="rId8"/>
    <p:sldId id="260" r:id="rId9"/>
    <p:sldId id="261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5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1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75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7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2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87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6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0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9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C8334-5B91-458F-B1E7-9BDFAB471B9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1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651" y="2125612"/>
            <a:ext cx="6478805" cy="58212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3575" y="2590800"/>
            <a:ext cx="832485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293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73" y="1209242"/>
            <a:ext cx="11315700" cy="11144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8" y="387494"/>
            <a:ext cx="5715000" cy="48577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323273" y="873269"/>
            <a:ext cx="56503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0627" y="5263852"/>
            <a:ext cx="2819400" cy="2571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273" y="3085475"/>
            <a:ext cx="5905500" cy="16954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9742" y="2606554"/>
            <a:ext cx="5299231" cy="25436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94436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38" y="263525"/>
            <a:ext cx="7000875" cy="4381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23273" y="701675"/>
            <a:ext cx="6890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87" y="1076325"/>
            <a:ext cx="11630025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925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39" y="291812"/>
            <a:ext cx="7867650" cy="4000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24139" y="691862"/>
            <a:ext cx="7867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40" y="768638"/>
            <a:ext cx="10032424" cy="584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49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337416"/>
            <a:ext cx="8058150" cy="4381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775566"/>
            <a:ext cx="80581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529" y="1315638"/>
            <a:ext cx="114490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52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/>
              <a:t>School of Computing and Information Technology, Eastern International University (EIU) - Vietnam 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995" y="976311"/>
            <a:ext cx="9097097" cy="477624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366" y="253580"/>
            <a:ext cx="1014412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1387907"/>
            <a:ext cx="981075" cy="2952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267" y="948210"/>
            <a:ext cx="8543199" cy="440939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441" y="5357603"/>
            <a:ext cx="11325225" cy="7429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5366" y="253580"/>
            <a:ext cx="1014412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317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66" y="1640502"/>
            <a:ext cx="11210925" cy="24860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366" y="253580"/>
            <a:ext cx="1014412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316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/>
              <a:t>School of Computing and Information Technology, Eastern International University (EIU) - Vietnam 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366" y="253580"/>
            <a:ext cx="10144125" cy="50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88" y="946433"/>
            <a:ext cx="8858927" cy="47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703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/>
              <a:t>School of Computing and Information Technology, Eastern International University (EIU) - Vietnam 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366" y="253580"/>
            <a:ext cx="10144125" cy="5048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654" y="883084"/>
            <a:ext cx="8335385" cy="44397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1387907"/>
            <a:ext cx="981075" cy="2952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779" y="5322819"/>
            <a:ext cx="10496550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32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145</Words>
  <Application>Microsoft Office PowerPoint</Application>
  <PresentationFormat>Widescreen</PresentationFormat>
  <Paragraphs>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7</cp:revision>
  <dcterms:created xsi:type="dcterms:W3CDTF">2026-04-24T00:55:46Z</dcterms:created>
  <dcterms:modified xsi:type="dcterms:W3CDTF">2026-04-24T01:38:28Z</dcterms:modified>
</cp:coreProperties>
</file>