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12" r:id="rId1"/>
  </p:sldMasterIdLst>
  <p:notesMasterIdLst>
    <p:notesMasterId r:id="rId48"/>
  </p:notesMasterIdLst>
  <p:sldIdLst>
    <p:sldId id="533" r:id="rId2"/>
    <p:sldId id="534" r:id="rId3"/>
    <p:sldId id="531" r:id="rId4"/>
    <p:sldId id="532" r:id="rId5"/>
    <p:sldId id="555" r:id="rId6"/>
    <p:sldId id="535" r:id="rId7"/>
    <p:sldId id="536" r:id="rId8"/>
    <p:sldId id="537" r:id="rId9"/>
    <p:sldId id="540" r:id="rId10"/>
    <p:sldId id="541" r:id="rId11"/>
    <p:sldId id="545" r:id="rId12"/>
    <p:sldId id="546" r:id="rId13"/>
    <p:sldId id="547" r:id="rId14"/>
    <p:sldId id="556" r:id="rId15"/>
    <p:sldId id="550" r:id="rId16"/>
    <p:sldId id="551" r:id="rId17"/>
    <p:sldId id="552" r:id="rId18"/>
    <p:sldId id="553" r:id="rId19"/>
    <p:sldId id="554" r:id="rId20"/>
    <p:sldId id="548" r:id="rId21"/>
    <p:sldId id="549" r:id="rId22"/>
    <p:sldId id="543" r:id="rId23"/>
    <p:sldId id="544" r:id="rId24"/>
    <p:sldId id="538" r:id="rId25"/>
    <p:sldId id="539" r:id="rId26"/>
    <p:sldId id="557" r:id="rId27"/>
    <p:sldId id="558" r:id="rId28"/>
    <p:sldId id="562" r:id="rId29"/>
    <p:sldId id="566" r:id="rId30"/>
    <p:sldId id="578" r:id="rId31"/>
    <p:sldId id="570" r:id="rId32"/>
    <p:sldId id="575" r:id="rId33"/>
    <p:sldId id="576" r:id="rId34"/>
    <p:sldId id="577" r:id="rId35"/>
    <p:sldId id="571" r:id="rId36"/>
    <p:sldId id="572" r:id="rId37"/>
    <p:sldId id="573" r:id="rId38"/>
    <p:sldId id="567" r:id="rId39"/>
    <p:sldId id="568" r:id="rId40"/>
    <p:sldId id="569" r:id="rId41"/>
    <p:sldId id="563" r:id="rId42"/>
    <p:sldId id="564" r:id="rId43"/>
    <p:sldId id="565" r:id="rId44"/>
    <p:sldId id="579" r:id="rId45"/>
    <p:sldId id="559" r:id="rId46"/>
    <p:sldId id="560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4E146-14FC-4E09-9546-4F0F5132D778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554836-EBA3-40B9-B00E-F6B8AC212E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3308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A6893-4CBE-412C-B561-5790D47B1C8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340864"/>
            <a:ext cx="11029615" cy="3634486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914A-F094-43BB-BE7A-015BC228E09B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92FF5-19E4-413E-8A73-14EEF92E44C7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4A080-DA7A-4289-85A0-B9CB2D1A11CC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F0E38-B752-4B49-9B3D-85AF72208E1F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82CA42-D212-4D9E-A3A7-D5C7AF86BFC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A24F5-7B06-4A93-AE94-91DB33B8565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E4765451-8AE7-4958-968E-27D7C248314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CC83CA-A696-4D68-9465-413F61B2F97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02326-EDFE-4CED-A193-22C7E1BADFA1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ABA941-1F76-42E4-B0A0-70393C2C90F8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2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A242845-2C23-4C44-871C-4B662F12C8C3}" type="datetime1">
              <a:rPr lang="en-US" smtClean="0"/>
              <a:t>4/4/2026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70.png"/><Relationship Id="rId9" Type="http://schemas.openxmlformats.org/officeDocument/2006/relationships/image" Target="../media/image7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10" Type="http://schemas.openxmlformats.org/officeDocument/2006/relationships/image" Target="../media/image83.png"/><Relationship Id="rId4" Type="http://schemas.openxmlformats.org/officeDocument/2006/relationships/image" Target="../media/image78.png"/><Relationship Id="rId9" Type="http://schemas.openxmlformats.org/officeDocument/2006/relationships/image" Target="../media/image7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4.png"/><Relationship Id="rId3" Type="http://schemas.openxmlformats.org/officeDocument/2006/relationships/image" Target="../media/image91.png"/><Relationship Id="rId7" Type="http://schemas.openxmlformats.org/officeDocument/2006/relationships/image" Target="../media/image9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98.png"/><Relationship Id="rId4" Type="http://schemas.openxmlformats.org/officeDocument/2006/relationships/image" Target="../media/image9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3" Type="http://schemas.openxmlformats.org/officeDocument/2006/relationships/image" Target="../media/image100.png"/><Relationship Id="rId7" Type="http://schemas.openxmlformats.org/officeDocument/2006/relationships/image" Target="../media/image104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3.png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7" Type="http://schemas.openxmlformats.org/officeDocument/2006/relationships/image" Target="../media/image111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8.png"/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9.png"/><Relationship Id="rId7" Type="http://schemas.openxmlformats.org/officeDocument/2006/relationships/image" Target="../media/image1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Relationship Id="rId9" Type="http://schemas.openxmlformats.org/officeDocument/2006/relationships/image" Target="../media/image12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10" Type="http://schemas.openxmlformats.org/officeDocument/2006/relationships/image" Target="../media/image133.png"/><Relationship Id="rId4" Type="http://schemas.openxmlformats.org/officeDocument/2006/relationships/image" Target="../media/image127.png"/><Relationship Id="rId9" Type="http://schemas.openxmlformats.org/officeDocument/2006/relationships/image" Target="../media/image1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6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3.png"/><Relationship Id="rId3" Type="http://schemas.openxmlformats.org/officeDocument/2006/relationships/image" Target="../media/image138.png"/><Relationship Id="rId7" Type="http://schemas.openxmlformats.org/officeDocument/2006/relationships/image" Target="../media/image142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Relationship Id="rId9" Type="http://schemas.openxmlformats.org/officeDocument/2006/relationships/image" Target="../media/image14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7.png"/><Relationship Id="rId4" Type="http://schemas.openxmlformats.org/officeDocument/2006/relationships/image" Target="../media/image14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7" Type="http://schemas.openxmlformats.org/officeDocument/2006/relationships/image" Target="../media/image153.png"/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2.png"/><Relationship Id="rId5" Type="http://schemas.openxmlformats.org/officeDocument/2006/relationships/image" Target="../media/image151.png"/><Relationship Id="rId4" Type="http://schemas.openxmlformats.org/officeDocument/2006/relationships/image" Target="../media/image150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png"/><Relationship Id="rId3" Type="http://schemas.openxmlformats.org/officeDocument/2006/relationships/image" Target="../media/image155.png"/><Relationship Id="rId7" Type="http://schemas.openxmlformats.org/officeDocument/2006/relationships/image" Target="../media/image159.png"/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8.png"/><Relationship Id="rId5" Type="http://schemas.openxmlformats.org/officeDocument/2006/relationships/image" Target="../media/image157.png"/><Relationship Id="rId4" Type="http://schemas.openxmlformats.org/officeDocument/2006/relationships/image" Target="../media/image1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4.png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3" Type="http://schemas.openxmlformats.org/officeDocument/2006/relationships/image" Target="../media/image166.png"/><Relationship Id="rId7" Type="http://schemas.openxmlformats.org/officeDocument/2006/relationships/image" Target="../media/image170.png"/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5" Type="http://schemas.openxmlformats.org/officeDocument/2006/relationships/image" Target="../media/image168.png"/><Relationship Id="rId4" Type="http://schemas.openxmlformats.org/officeDocument/2006/relationships/image" Target="../media/image167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9.png"/><Relationship Id="rId5" Type="http://schemas.openxmlformats.org/officeDocument/2006/relationships/image" Target="../media/image178.png"/><Relationship Id="rId4" Type="http://schemas.openxmlformats.org/officeDocument/2006/relationships/image" Target="../media/image17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5.png"/><Relationship Id="rId5" Type="http://schemas.openxmlformats.org/officeDocument/2006/relationships/image" Target="../media/image184.png"/><Relationship Id="rId4" Type="http://schemas.openxmlformats.org/officeDocument/2006/relationships/image" Target="../media/image18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7.png"/><Relationship Id="rId7" Type="http://schemas.openxmlformats.org/officeDocument/2006/relationships/image" Target="../media/image191.png"/><Relationship Id="rId2" Type="http://schemas.openxmlformats.org/officeDocument/2006/relationships/image" Target="../media/image18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5" Type="http://schemas.openxmlformats.org/officeDocument/2006/relationships/image" Target="../media/image189.png"/><Relationship Id="rId4" Type="http://schemas.openxmlformats.org/officeDocument/2006/relationships/image" Target="../media/image18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5.png"/><Relationship Id="rId2" Type="http://schemas.openxmlformats.org/officeDocument/2006/relationships/image" Target="../media/image19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png"/><Relationship Id="rId3" Type="http://schemas.openxmlformats.org/officeDocument/2006/relationships/image" Target="../media/image197.png"/><Relationship Id="rId7" Type="http://schemas.openxmlformats.org/officeDocument/2006/relationships/image" Target="../media/image201.png"/><Relationship Id="rId2" Type="http://schemas.openxmlformats.org/officeDocument/2006/relationships/image" Target="../media/image19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9.png"/><Relationship Id="rId4" Type="http://schemas.openxmlformats.org/officeDocument/2006/relationships/image" Target="../media/image198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8.png"/><Relationship Id="rId3" Type="http://schemas.openxmlformats.org/officeDocument/2006/relationships/image" Target="../media/image203.png"/><Relationship Id="rId7" Type="http://schemas.openxmlformats.org/officeDocument/2006/relationships/image" Target="../media/image20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6.png"/><Relationship Id="rId5" Type="http://schemas.openxmlformats.org/officeDocument/2006/relationships/image" Target="../media/image205.png"/><Relationship Id="rId4" Type="http://schemas.openxmlformats.org/officeDocument/2006/relationships/image" Target="../media/image20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4.png"/><Relationship Id="rId3" Type="http://schemas.openxmlformats.org/officeDocument/2006/relationships/image" Target="../media/image209.png"/><Relationship Id="rId7" Type="http://schemas.openxmlformats.org/officeDocument/2006/relationships/image" Target="../media/image2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2.png"/><Relationship Id="rId5" Type="http://schemas.openxmlformats.org/officeDocument/2006/relationships/image" Target="../media/image211.png"/><Relationship Id="rId4" Type="http://schemas.openxmlformats.org/officeDocument/2006/relationships/image" Target="../media/image210.png"/><Relationship Id="rId9" Type="http://schemas.openxmlformats.org/officeDocument/2006/relationships/image" Target="../media/image215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2.png"/><Relationship Id="rId3" Type="http://schemas.openxmlformats.org/officeDocument/2006/relationships/image" Target="../media/image217.png"/><Relationship Id="rId7" Type="http://schemas.openxmlformats.org/officeDocument/2006/relationships/image" Target="../media/image221.png"/><Relationship Id="rId2" Type="http://schemas.openxmlformats.org/officeDocument/2006/relationships/image" Target="../media/image2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image" Target="../media/image219.png"/><Relationship Id="rId4" Type="http://schemas.openxmlformats.org/officeDocument/2006/relationships/image" Target="../media/image218.png"/><Relationship Id="rId9" Type="http://schemas.openxmlformats.org/officeDocument/2006/relationships/image" Target="../media/image223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3" Type="http://schemas.openxmlformats.org/officeDocument/2006/relationships/image" Target="../media/image225.png"/><Relationship Id="rId7" Type="http://schemas.openxmlformats.org/officeDocument/2006/relationships/image" Target="../media/image229.png"/><Relationship Id="rId2" Type="http://schemas.openxmlformats.org/officeDocument/2006/relationships/image" Target="../media/image2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8.png"/><Relationship Id="rId5" Type="http://schemas.openxmlformats.org/officeDocument/2006/relationships/image" Target="../media/image227.png"/><Relationship Id="rId4" Type="http://schemas.openxmlformats.org/officeDocument/2006/relationships/image" Target="../media/image226.png"/><Relationship Id="rId9" Type="http://schemas.openxmlformats.org/officeDocument/2006/relationships/image" Target="../media/image2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4.png"/><Relationship Id="rId4" Type="http://schemas.openxmlformats.org/officeDocument/2006/relationships/image" Target="../media/image23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7.png"/><Relationship Id="rId4" Type="http://schemas.openxmlformats.org/officeDocument/2006/relationships/image" Target="../media/image23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8.png"/><Relationship Id="rId4" Type="http://schemas.openxmlformats.org/officeDocument/2006/relationships/image" Target="../media/image236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3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2.png"/><Relationship Id="rId2" Type="http://schemas.openxmlformats.org/officeDocument/2006/relationships/image" Target="../media/image2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>
            <a:off x="3168073" y="3743325"/>
            <a:ext cx="702887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262" y="2746086"/>
            <a:ext cx="1304925" cy="15335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2793" y="3044215"/>
            <a:ext cx="7010400" cy="65722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3561" y="620284"/>
            <a:ext cx="10163175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0421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5938985" y="2059707"/>
            <a:ext cx="0" cy="2073574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3561" y="620284"/>
            <a:ext cx="10163175" cy="533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5241" y="3648951"/>
            <a:ext cx="2962275" cy="4381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5241" y="2154459"/>
            <a:ext cx="3895725" cy="4572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8494" y="2621279"/>
            <a:ext cx="4010025" cy="47625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05241" y="3148680"/>
            <a:ext cx="4495800" cy="47625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5102" y="2480398"/>
            <a:ext cx="4524375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12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771" y="1233200"/>
            <a:ext cx="10105447" cy="23071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2771" y="3850586"/>
            <a:ext cx="5376429" cy="43592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935" y="3776698"/>
            <a:ext cx="5095875" cy="206692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6477991" y="3776698"/>
            <a:ext cx="0" cy="20669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771" y="717996"/>
            <a:ext cx="1762125" cy="390525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922771" y="1108521"/>
            <a:ext cx="164493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77908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5733" y="615311"/>
            <a:ext cx="3886200" cy="4953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205733" y="1110611"/>
            <a:ext cx="3886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1384949"/>
            <a:ext cx="11329831" cy="113213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5571" y="2199595"/>
            <a:ext cx="4684320" cy="319723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19" y="2972638"/>
            <a:ext cx="5852667" cy="174283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0160" y="4858999"/>
            <a:ext cx="3476625" cy="4476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0024" y="5450205"/>
            <a:ext cx="8688231" cy="1311293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951345" y="5306674"/>
            <a:ext cx="0" cy="14548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985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5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67" y="726590"/>
            <a:ext cx="9115425" cy="11144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67" y="2256848"/>
            <a:ext cx="8324850" cy="11620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982" y="4250563"/>
            <a:ext cx="5830310" cy="197228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5454" y="4250563"/>
            <a:ext cx="5212484" cy="1941906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350982" y="2256848"/>
            <a:ext cx="0" cy="1162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37601" y="2065584"/>
            <a:ext cx="2940338" cy="187814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07625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692582"/>
            <a:ext cx="6391275" cy="4667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59307"/>
            <a:ext cx="63912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2047" y="1581725"/>
            <a:ext cx="3458763" cy="323965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873" y="1581724"/>
            <a:ext cx="7052092" cy="110605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52047" y="4909192"/>
            <a:ext cx="3800475" cy="3905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80107" y="4590240"/>
            <a:ext cx="3060555" cy="75085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80107" y="2687781"/>
            <a:ext cx="2524125" cy="8477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1873" y="3756335"/>
            <a:ext cx="6673399" cy="755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969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980" y="865621"/>
            <a:ext cx="10769311" cy="7864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2785" y="1258837"/>
            <a:ext cx="3248025" cy="135255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8362785" y="1258837"/>
            <a:ext cx="0" cy="12811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8980" y="2754765"/>
            <a:ext cx="2438400" cy="390525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446533" y="3145290"/>
            <a:ext cx="23059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72500" y="1797671"/>
            <a:ext cx="3380863" cy="293400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86543" y="4630500"/>
            <a:ext cx="3152775" cy="3905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6551" y="3187756"/>
            <a:ext cx="5127814" cy="796099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41209" y="4075702"/>
            <a:ext cx="4495800" cy="97155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36306" y="5110109"/>
            <a:ext cx="796290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1511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726209"/>
            <a:ext cx="3057525" cy="3810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07209"/>
            <a:ext cx="3057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5473" y="659235"/>
            <a:ext cx="7534709" cy="266562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2484" y="3412666"/>
            <a:ext cx="3752850" cy="4191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1855" y="4037381"/>
            <a:ext cx="8392667" cy="46213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91855" y="4508570"/>
            <a:ext cx="10067636" cy="8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5516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868362"/>
            <a:ext cx="2486025" cy="4476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316037"/>
            <a:ext cx="24860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4606" y="665017"/>
            <a:ext cx="3184885" cy="279024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4258" y="3279152"/>
            <a:ext cx="3171825" cy="3524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5660" y="1558135"/>
            <a:ext cx="8121796" cy="777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660" y="2440783"/>
            <a:ext cx="7886700" cy="7334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5660" y="3560543"/>
            <a:ext cx="3238500" cy="428625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446533" y="3989168"/>
            <a:ext cx="30448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701" y="4221018"/>
            <a:ext cx="7051107" cy="248631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51121" y="4137276"/>
            <a:ext cx="4215455" cy="729598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01474" y="6045687"/>
            <a:ext cx="3714750" cy="40005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51121" y="5062988"/>
            <a:ext cx="4608370" cy="692016"/>
          </a:xfrm>
          <a:prstGeom prst="rect">
            <a:avLst/>
          </a:prstGeom>
        </p:spPr>
      </p:pic>
      <p:cxnSp>
        <p:nvCxnSpPr>
          <p:cNvPr id="23" name="Straight Connector 22"/>
          <p:cNvCxnSpPr/>
          <p:nvPr/>
        </p:nvCxnSpPr>
        <p:spPr>
          <a:xfrm>
            <a:off x="7148945" y="4137276"/>
            <a:ext cx="0" cy="1617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6519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98080"/>
            <a:ext cx="3400425" cy="5143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312430"/>
            <a:ext cx="322030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0761" y="787865"/>
            <a:ext cx="3464694" cy="27854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414" y="1635846"/>
            <a:ext cx="6843713" cy="117638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2736" y="2988575"/>
            <a:ext cx="3248025" cy="4191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957" y="3927475"/>
            <a:ext cx="3895725" cy="476250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458957" y="4403725"/>
            <a:ext cx="378053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1415" y="4679698"/>
            <a:ext cx="11478034" cy="1473480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1414" y="6111836"/>
            <a:ext cx="1809750" cy="43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459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8086" y="2892062"/>
            <a:ext cx="4522724" cy="305492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669348"/>
            <a:ext cx="4962525" cy="47625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46533" y="1145598"/>
            <a:ext cx="49625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387112"/>
            <a:ext cx="9915525" cy="15049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3" y="3365244"/>
            <a:ext cx="3390900" cy="40005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748145" y="3765294"/>
            <a:ext cx="30892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33" y="4006669"/>
            <a:ext cx="5781675" cy="18954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13156" y="5705046"/>
            <a:ext cx="1428750" cy="295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360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4" y="835891"/>
            <a:ext cx="11412958" cy="40609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352" y="1366665"/>
            <a:ext cx="8163503" cy="85072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2713582"/>
            <a:ext cx="3962400" cy="476250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822038" y="3189832"/>
            <a:ext cx="35868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625" y="3359030"/>
            <a:ext cx="11225185" cy="389313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10727" y="3793783"/>
            <a:ext cx="6362700" cy="4572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04241" y="4385944"/>
            <a:ext cx="7219950" cy="15716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10727" y="4791506"/>
            <a:ext cx="1007121" cy="335707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2816867" y="4461164"/>
            <a:ext cx="0" cy="13485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533" y="5964433"/>
            <a:ext cx="9565685" cy="762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1840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25055"/>
            <a:ext cx="6334125" cy="4572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822038" y="1182255"/>
            <a:ext cx="595862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457" y="1483338"/>
            <a:ext cx="10056379" cy="118916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248" y="2973582"/>
            <a:ext cx="3086100" cy="4095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31817" y="2911575"/>
            <a:ext cx="2428875" cy="5143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1348" y="3665000"/>
            <a:ext cx="5006109" cy="808278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708729" y="4541052"/>
            <a:ext cx="7572375" cy="40957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531980" y="4469615"/>
            <a:ext cx="1552575" cy="552450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9421091" y="4378036"/>
            <a:ext cx="0" cy="7296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06474" y="3897950"/>
            <a:ext cx="1007121" cy="335707"/>
          </a:xfrm>
          <a:prstGeom prst="rect">
            <a:avLst/>
          </a:prstGeom>
        </p:spPr>
      </p:pic>
      <p:cxnSp>
        <p:nvCxnSpPr>
          <p:cNvPr id="19" name="Straight Connector 18"/>
          <p:cNvCxnSpPr/>
          <p:nvPr/>
        </p:nvCxnSpPr>
        <p:spPr>
          <a:xfrm>
            <a:off x="3731491" y="3665000"/>
            <a:ext cx="0" cy="80461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0978" y="5209927"/>
            <a:ext cx="9667875" cy="79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9214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826366"/>
            <a:ext cx="4600575" cy="4762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822038" y="1302616"/>
            <a:ext cx="422507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947" y="1680437"/>
            <a:ext cx="1485900" cy="4000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0634" y="1523274"/>
            <a:ext cx="9058275" cy="11144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947" y="2940514"/>
            <a:ext cx="1762125" cy="3619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30634" y="2892205"/>
            <a:ext cx="9172575" cy="6762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1871" y="4297825"/>
            <a:ext cx="1438275" cy="36195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30634" y="3947411"/>
            <a:ext cx="9344025" cy="1485900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2660073" y="3947411"/>
            <a:ext cx="0" cy="15944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65879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794471"/>
            <a:ext cx="6086475" cy="4476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26473" y="1242146"/>
            <a:ext cx="600653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8657" y="1389884"/>
            <a:ext cx="9782175" cy="11525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657" y="2713432"/>
            <a:ext cx="8067675" cy="4095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3057" y="2690146"/>
            <a:ext cx="2152650" cy="533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41707" y="3394569"/>
            <a:ext cx="8067675" cy="185737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02548" y="3987549"/>
            <a:ext cx="1007121" cy="335707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2255849" y="3394569"/>
            <a:ext cx="0" cy="18573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90617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70" y="887413"/>
            <a:ext cx="11482821" cy="40143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9086" y="1413524"/>
            <a:ext cx="5753100" cy="5619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19086" y="2495165"/>
            <a:ext cx="8743950" cy="1800225"/>
          </a:xfrm>
          <a:prstGeom prst="rect">
            <a:avLst/>
          </a:prstGeom>
        </p:spPr>
      </p:pic>
      <p:cxnSp>
        <p:nvCxnSpPr>
          <p:cNvPr id="10" name="Straight Connector 9"/>
          <p:cNvCxnSpPr/>
          <p:nvPr/>
        </p:nvCxnSpPr>
        <p:spPr>
          <a:xfrm>
            <a:off x="2549236" y="2495165"/>
            <a:ext cx="0" cy="18002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7190" y="3059570"/>
            <a:ext cx="1007121" cy="335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1414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4256" y="679162"/>
            <a:ext cx="5600700" cy="4381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354256" y="1117312"/>
            <a:ext cx="56007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422" y="1471754"/>
            <a:ext cx="8682470" cy="465805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1627" y="1555462"/>
            <a:ext cx="1408874" cy="133393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6943" y="3015349"/>
            <a:ext cx="1408874" cy="131171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6943" y="4453013"/>
            <a:ext cx="1413558" cy="1325517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45214" y="2386732"/>
            <a:ext cx="1367703" cy="132981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45213" y="3861294"/>
            <a:ext cx="1367703" cy="1352379"/>
          </a:xfrm>
          <a:prstGeom prst="rect">
            <a:avLst/>
          </a:prstGeom>
        </p:spPr>
      </p:pic>
      <p:cxnSp>
        <p:nvCxnSpPr>
          <p:cNvPr id="17" name="Straight Connector 16"/>
          <p:cNvCxnSpPr/>
          <p:nvPr/>
        </p:nvCxnSpPr>
        <p:spPr>
          <a:xfrm>
            <a:off x="8868892" y="1471754"/>
            <a:ext cx="0" cy="45318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4601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18</a:t>
            </a:fld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5332" y="5449171"/>
            <a:ext cx="4152900" cy="3810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8779" y="590694"/>
            <a:ext cx="4400550" cy="485775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3775655" y="1076469"/>
            <a:ext cx="4481657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0480" y="2585542"/>
            <a:ext cx="6216073" cy="1100252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3" y="1389531"/>
            <a:ext cx="11488793" cy="981756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536" y="2190008"/>
            <a:ext cx="5196491" cy="2991571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6533" y="4067176"/>
            <a:ext cx="6247003" cy="1250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796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19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817" y="2323421"/>
            <a:ext cx="5449051" cy="334168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750" y="5785284"/>
            <a:ext cx="2495550" cy="3714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44" y="788358"/>
            <a:ext cx="10799547" cy="115561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18" y="2563520"/>
            <a:ext cx="6031284" cy="1180728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2438" y="4027409"/>
            <a:ext cx="6077464" cy="67195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23422" y="4291875"/>
            <a:ext cx="1838325" cy="4953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8618" y="4956978"/>
            <a:ext cx="6219199" cy="1416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39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959669"/>
            <a:ext cx="11412958" cy="12627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18749" y="1808780"/>
            <a:ext cx="1363442" cy="827257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601" y="2715049"/>
            <a:ext cx="5991212" cy="3493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0945" y="2395795"/>
            <a:ext cx="4747491" cy="999900"/>
          </a:xfrm>
          <a:prstGeom prst="rect">
            <a:avLst/>
          </a:prstGeom>
        </p:spPr>
      </p:pic>
      <p:cxnSp>
        <p:nvCxnSpPr>
          <p:cNvPr id="11" name="Straight Connector 10"/>
          <p:cNvCxnSpPr/>
          <p:nvPr/>
        </p:nvCxnSpPr>
        <p:spPr>
          <a:xfrm>
            <a:off x="6640945" y="2309091"/>
            <a:ext cx="0" cy="12561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601" y="3824514"/>
            <a:ext cx="7654399" cy="36879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5854" y="3677793"/>
            <a:ext cx="1726944" cy="539670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8395854" y="3677793"/>
            <a:ext cx="0" cy="6540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78898" y="4666517"/>
            <a:ext cx="6875575" cy="78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881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655637"/>
            <a:ext cx="2562225" cy="4667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076182"/>
            <a:ext cx="242597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910" y="1409989"/>
            <a:ext cx="3666982" cy="224135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8618" y="3816642"/>
            <a:ext cx="8789831" cy="77673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4391" y="1122362"/>
            <a:ext cx="5305136" cy="237842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5052291" y="1191491"/>
            <a:ext cx="0" cy="24598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15275" y="3930173"/>
            <a:ext cx="2686050" cy="609600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9150049" y="3816642"/>
            <a:ext cx="0" cy="89390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038639" y="4823687"/>
            <a:ext cx="5368925" cy="371809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06442" y="5197202"/>
            <a:ext cx="6753225" cy="4572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06442" y="5574332"/>
            <a:ext cx="3533631" cy="572579"/>
          </a:xfrm>
          <a:prstGeom prst="rect">
            <a:avLst/>
          </a:prstGeom>
        </p:spPr>
      </p:pic>
      <p:cxnSp>
        <p:nvCxnSpPr>
          <p:cNvPr id="22" name="Straight Connector 21"/>
          <p:cNvCxnSpPr/>
          <p:nvPr/>
        </p:nvCxnSpPr>
        <p:spPr>
          <a:xfrm>
            <a:off x="4132554" y="5195496"/>
            <a:ext cx="0" cy="8681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82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673047"/>
            <a:ext cx="6845877" cy="535305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103" y="1446934"/>
            <a:ext cx="3272043" cy="24415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9334" y="5589011"/>
            <a:ext cx="4940157" cy="338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734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579" y="1163638"/>
            <a:ext cx="6033222" cy="3636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1" y="897776"/>
            <a:ext cx="4229100" cy="895350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6308436" y="897776"/>
            <a:ext cx="0" cy="7832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099" y="2003572"/>
            <a:ext cx="5319519" cy="3672447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0151" y="5729123"/>
            <a:ext cx="5229225" cy="419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33" y="2003572"/>
            <a:ext cx="3409950" cy="40005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446533" y="2403622"/>
            <a:ext cx="32572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7579" y="2803672"/>
            <a:ext cx="6172672" cy="65434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9402" y="3553767"/>
            <a:ext cx="3028950" cy="5619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534" y="4233022"/>
            <a:ext cx="6073618" cy="1276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89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880" y="833798"/>
            <a:ext cx="4406611" cy="3008228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0722" y="3966705"/>
            <a:ext cx="3590925" cy="3810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4" y="1247300"/>
            <a:ext cx="6840958" cy="179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586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516" y="715529"/>
            <a:ext cx="4029075" cy="4762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044516" y="1191779"/>
            <a:ext cx="40290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438" y="1565275"/>
            <a:ext cx="11647053" cy="386688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37" y="2076643"/>
            <a:ext cx="11774054" cy="72038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673" y="2961261"/>
            <a:ext cx="6844145" cy="84693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90464" y="2963774"/>
            <a:ext cx="2228850" cy="638175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7915564" y="2797029"/>
            <a:ext cx="0" cy="9067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2438" y="4138209"/>
            <a:ext cx="11782337" cy="1205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547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836035"/>
            <a:ext cx="5843431" cy="108803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9170" y="2011881"/>
            <a:ext cx="2495550" cy="5905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0791" y="867409"/>
            <a:ext cx="5328646" cy="414793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9210" y="5217135"/>
            <a:ext cx="3743325" cy="4286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6533" y="2956300"/>
            <a:ext cx="5843431" cy="72411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0835" y="3719958"/>
            <a:ext cx="4314825" cy="62865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533" y="4701878"/>
            <a:ext cx="6154258" cy="1030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15321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6706" y="650298"/>
            <a:ext cx="4495800" cy="5143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3906706" y="1164648"/>
            <a:ext cx="4495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1866" y="1440295"/>
            <a:ext cx="8334375" cy="26289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1866" y="4930630"/>
            <a:ext cx="8001000" cy="5619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44528" y="4069195"/>
            <a:ext cx="349567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066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28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2135" y="1407919"/>
            <a:ext cx="8448675" cy="15049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1794" y="581844"/>
            <a:ext cx="8996506" cy="44719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2292" y="3123739"/>
            <a:ext cx="4784725" cy="287190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5726" y="6061839"/>
            <a:ext cx="3937855" cy="341679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0145" y="2967262"/>
            <a:ext cx="3953164" cy="315459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0145" y="6152118"/>
            <a:ext cx="3960235" cy="36621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9680" y="1354316"/>
            <a:ext cx="2769173" cy="4960818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2908853" y="1354316"/>
            <a:ext cx="0" cy="51640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607974" y="992095"/>
            <a:ext cx="12183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95597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29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697345"/>
            <a:ext cx="5610225" cy="4572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17236" y="1154545"/>
            <a:ext cx="53570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31638" y="1394646"/>
            <a:ext cx="10010775" cy="413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029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683346"/>
            <a:ext cx="6038850" cy="4667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50071"/>
            <a:ext cx="60388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81" y="1371049"/>
            <a:ext cx="10979584" cy="5021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80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31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840364"/>
            <a:ext cx="1924050" cy="4667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279381"/>
            <a:ext cx="19240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3985" y="725775"/>
            <a:ext cx="8886825" cy="19335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533" y="3257623"/>
            <a:ext cx="1809750" cy="4762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446533" y="3715401"/>
            <a:ext cx="1809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3985" y="3203321"/>
            <a:ext cx="5800725" cy="2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98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2679" y="595745"/>
            <a:ext cx="2952750" cy="4572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564207" y="1043709"/>
            <a:ext cx="29527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1292891"/>
            <a:ext cx="11412958" cy="4349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46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756949"/>
            <a:ext cx="5501685" cy="423846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80795"/>
            <a:ext cx="55016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188" y="1284150"/>
            <a:ext cx="10163175" cy="24098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7766" y="3781786"/>
            <a:ext cx="4687754" cy="224688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1196" y="3781786"/>
            <a:ext cx="4406941" cy="224688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6730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76287"/>
            <a:ext cx="4276725" cy="42862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535709" y="1204912"/>
            <a:ext cx="418754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80" y="2353043"/>
            <a:ext cx="9214139" cy="3461809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47564" y="627101"/>
            <a:ext cx="1561863" cy="172882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47563" y="2443733"/>
            <a:ext cx="1561863" cy="1752335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7562" y="4260175"/>
            <a:ext cx="1561863" cy="18064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618" y="1485612"/>
            <a:ext cx="9144000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106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35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692872"/>
            <a:ext cx="5324475" cy="4476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40547"/>
            <a:ext cx="53244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4" y="1306368"/>
            <a:ext cx="10757176" cy="5271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91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36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62866"/>
            <a:ext cx="4886325" cy="40005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62916"/>
            <a:ext cx="48863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1430626"/>
            <a:ext cx="10201275" cy="4181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81417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37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20003"/>
            <a:ext cx="5505450" cy="4857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205778"/>
            <a:ext cx="540932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39" y="1439645"/>
            <a:ext cx="9858375" cy="15049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0447" y="3401035"/>
            <a:ext cx="6200775" cy="3905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0122" y="2696184"/>
            <a:ext cx="3171825" cy="1800225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1665" y="3977296"/>
            <a:ext cx="2724150" cy="1038225"/>
          </a:xfrm>
          <a:prstGeom prst="rect">
            <a:avLst/>
          </a:prstGeom>
        </p:spPr>
      </p:pic>
      <p:cxnSp>
        <p:nvCxnSpPr>
          <p:cNvPr id="16" name="Straight Connector 15"/>
          <p:cNvCxnSpPr/>
          <p:nvPr/>
        </p:nvCxnSpPr>
        <p:spPr>
          <a:xfrm>
            <a:off x="4562764" y="3964067"/>
            <a:ext cx="0" cy="11915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7394" y="4027559"/>
            <a:ext cx="3752850" cy="876300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8739" y="5315957"/>
            <a:ext cx="6762750" cy="39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40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38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1282124"/>
            <a:ext cx="2600325" cy="5334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8416" y="1153537"/>
            <a:ext cx="8601075" cy="79057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3149600" y="1080655"/>
            <a:ext cx="0" cy="8634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038" y="2287155"/>
            <a:ext cx="7562850" cy="381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587" y="2201430"/>
            <a:ext cx="1866900" cy="466725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716" y="2836926"/>
            <a:ext cx="11534775" cy="74295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6533" y="3689557"/>
            <a:ext cx="11144250" cy="75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7831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39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937058"/>
            <a:ext cx="6590470" cy="33116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6350" y="4332721"/>
            <a:ext cx="1714500" cy="59055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2522" y="4457412"/>
            <a:ext cx="1655425" cy="35473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6571" y="1641945"/>
            <a:ext cx="4276725" cy="111442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36571" y="2941098"/>
            <a:ext cx="4755429" cy="130663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34452" y="4812146"/>
            <a:ext cx="2771775" cy="9144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1030" y="5131955"/>
            <a:ext cx="6381750" cy="447675"/>
          </a:xfrm>
          <a:prstGeom prst="rect">
            <a:avLst/>
          </a:prstGeom>
        </p:spPr>
      </p:pic>
      <p:cxnSp>
        <p:nvCxnSpPr>
          <p:cNvPr id="14" name="Straight Connector 13"/>
          <p:cNvCxnSpPr/>
          <p:nvPr/>
        </p:nvCxnSpPr>
        <p:spPr>
          <a:xfrm>
            <a:off x="8386618" y="4784437"/>
            <a:ext cx="0" cy="10344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2790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40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645824"/>
            <a:ext cx="4991100" cy="50482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46533" y="1113705"/>
            <a:ext cx="491055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5086" y="1349087"/>
            <a:ext cx="1619250" cy="67627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038" y="1349087"/>
            <a:ext cx="7610475" cy="723900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8645236" y="1349087"/>
            <a:ext cx="0" cy="7239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5026" y="2029450"/>
            <a:ext cx="6300119" cy="443718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39842" y="2310679"/>
            <a:ext cx="3819525" cy="771525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6123709" y="2258218"/>
            <a:ext cx="0" cy="9561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0567" y="3760005"/>
            <a:ext cx="3638550" cy="676275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0567" y="4494956"/>
            <a:ext cx="3962400" cy="61912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0567" y="5172757"/>
            <a:ext cx="4276725" cy="771525"/>
          </a:xfrm>
          <a:prstGeom prst="rect">
            <a:avLst/>
          </a:prstGeom>
        </p:spPr>
      </p:pic>
      <p:cxnSp>
        <p:nvCxnSpPr>
          <p:cNvPr id="25" name="Straight Connector 24"/>
          <p:cNvCxnSpPr/>
          <p:nvPr/>
        </p:nvCxnSpPr>
        <p:spPr>
          <a:xfrm>
            <a:off x="4561944" y="3666836"/>
            <a:ext cx="0" cy="2549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8278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41</a:t>
            </a:fld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785812"/>
            <a:ext cx="5372100" cy="409575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446533" y="1195387"/>
            <a:ext cx="53721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264" y="1283198"/>
            <a:ext cx="9829800" cy="45720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3297" y="2058525"/>
            <a:ext cx="7757660" cy="436538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6589" y="6388460"/>
            <a:ext cx="4791075" cy="39052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3297" y="1828208"/>
            <a:ext cx="3810000" cy="390525"/>
          </a:xfrm>
          <a:prstGeom prst="rect">
            <a:avLst/>
          </a:prstGeom>
        </p:spPr>
      </p:pic>
      <p:cxnSp>
        <p:nvCxnSpPr>
          <p:cNvPr id="18" name="Straight Connector 17"/>
          <p:cNvCxnSpPr/>
          <p:nvPr/>
        </p:nvCxnSpPr>
        <p:spPr>
          <a:xfrm>
            <a:off x="4027055" y="1828208"/>
            <a:ext cx="0" cy="9888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Picture 1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4398" y="5224706"/>
            <a:ext cx="4610100" cy="561975"/>
          </a:xfrm>
          <a:prstGeom prst="rect">
            <a:avLst/>
          </a:prstGeom>
        </p:spPr>
      </p:pic>
      <p:cxnSp>
        <p:nvCxnSpPr>
          <p:cNvPr id="21" name="Straight Connector 20"/>
          <p:cNvCxnSpPr/>
          <p:nvPr/>
        </p:nvCxnSpPr>
        <p:spPr>
          <a:xfrm>
            <a:off x="5347855" y="2918691"/>
            <a:ext cx="0" cy="38602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139" y="2713903"/>
            <a:ext cx="2371725" cy="40957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9563" y="3207781"/>
            <a:ext cx="4410075" cy="1819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26964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42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785235"/>
            <a:ext cx="4800600" cy="447675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232910"/>
            <a:ext cx="4800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6608" y="1464106"/>
            <a:ext cx="8401050" cy="9810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6525" y="2445181"/>
            <a:ext cx="658177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688109"/>
            <a:ext cx="6743700" cy="4572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45309"/>
            <a:ext cx="67437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269988"/>
            <a:ext cx="6610350" cy="4381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1638" y="1795949"/>
            <a:ext cx="1012507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4883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438" y="5413445"/>
            <a:ext cx="1219200" cy="650240"/>
          </a:xfrm>
          <a:prstGeom prst="rect">
            <a:avLst/>
          </a:prstGeom>
        </p:spPr>
      </p:pic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44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533" y="688109"/>
            <a:ext cx="6743700" cy="457200"/>
          </a:xfrm>
          <a:prstGeom prst="rect">
            <a:avLst/>
          </a:prstGeom>
        </p:spPr>
      </p:pic>
      <p:cxnSp>
        <p:nvCxnSpPr>
          <p:cNvPr id="8" name="Straight Connector 7"/>
          <p:cNvCxnSpPr/>
          <p:nvPr/>
        </p:nvCxnSpPr>
        <p:spPr>
          <a:xfrm>
            <a:off x="446533" y="1145309"/>
            <a:ext cx="67437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533" y="1269988"/>
            <a:ext cx="6610350" cy="4381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1075" y="1843087"/>
            <a:ext cx="10229850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30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46533" y="6276176"/>
            <a:ext cx="1141614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b="1" i="1" dirty="0" smtClean="0">
                <a:solidFill>
                  <a:srgbClr val="C00000"/>
                </a:solidFill>
              </a:rPr>
              <a:t>School of Computing and Information Technology, Eastern International University (EIU) - Vietnam 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6" name="Straight Connector 5"/>
          <p:cNvCxnSpPr/>
          <p:nvPr/>
        </p:nvCxnSpPr>
        <p:spPr>
          <a:xfrm>
            <a:off x="258618" y="6188364"/>
            <a:ext cx="1160087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45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533" y="665450"/>
            <a:ext cx="7696200" cy="428625"/>
          </a:xfrm>
          <a:prstGeom prst="rect">
            <a:avLst/>
          </a:prstGeom>
        </p:spPr>
      </p:pic>
      <p:cxnSp>
        <p:nvCxnSpPr>
          <p:cNvPr id="9" name="Straight Connector 8"/>
          <p:cNvCxnSpPr/>
          <p:nvPr/>
        </p:nvCxnSpPr>
        <p:spPr>
          <a:xfrm>
            <a:off x="446533" y="1094075"/>
            <a:ext cx="76962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480" y="1297398"/>
            <a:ext cx="9820275" cy="456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20084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46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37" y="90487"/>
            <a:ext cx="9763125" cy="66770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7562" y="280410"/>
            <a:ext cx="1124666" cy="4677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261" y="324282"/>
            <a:ext cx="1019176" cy="423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36725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UR.pptx" id="{C8B94E25-33BD-45D5-BF09-DFDE6F66F827}" vid="{3906A810-667D-48F7-952C-A904CEA9ED6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541</Words>
  <Application>Microsoft Office PowerPoint</Application>
  <PresentationFormat>Widescreen</PresentationFormat>
  <Paragraphs>79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Calibri</vt:lpstr>
      <vt:lpstr>Franklin Gothic Book</vt:lpstr>
      <vt:lpstr>Franklin Gothic Demi</vt:lpstr>
      <vt:lpstr>Wingdings 2</vt:lpstr>
      <vt:lpstr>DividendVTI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2026-02-23T08:17:23Z</dcterms:created>
  <dcterms:modified xsi:type="dcterms:W3CDTF">2026-04-04T10:17:15Z</dcterms:modified>
</cp:coreProperties>
</file>